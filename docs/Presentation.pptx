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8" r:id="rId4"/>
    <p:sldId id="259" r:id="rId5"/>
    <p:sldId id="263" r:id="rId6"/>
    <p:sldId id="267" r:id="rId7"/>
    <p:sldId id="260" r:id="rId8"/>
    <p:sldId id="261" r:id="rId9"/>
    <p:sldId id="262" r:id="rId10"/>
    <p:sldId id="264" r:id="rId11"/>
    <p:sldId id="265" r:id="rId12"/>
    <p:sldId id="26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158" autoAdjust="0"/>
    <p:restoredTop sz="94697" autoAdjust="0"/>
  </p:normalViewPr>
  <p:slideViewPr>
    <p:cSldViewPr snapToGrid="0">
      <p:cViewPr>
        <p:scale>
          <a:sx n="124" d="100"/>
          <a:sy n="124" d="100"/>
        </p:scale>
        <p:origin x="522"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EA5941E-4CC6-43B2-8878-6B9AF3DCA49B}" type="doc">
      <dgm:prSet loTypeId="urn:microsoft.com/office/officeart/2005/8/layout/default" loCatId="list" qsTypeId="urn:microsoft.com/office/officeart/2005/8/quickstyle/simple2" qsCatId="simple" csTypeId="urn:microsoft.com/office/officeart/2005/8/colors/colorful5" csCatId="colorful" phldr="1"/>
      <dgm:spPr/>
      <dgm:t>
        <a:bodyPr/>
        <a:lstStyle/>
        <a:p>
          <a:endParaRPr lang="en-US"/>
        </a:p>
      </dgm:t>
    </dgm:pt>
    <dgm:pt modelId="{5AF7AE97-1999-4470-875A-7AC014331C28}">
      <dgm:prSet/>
      <dgm:spPr/>
      <dgm:t>
        <a:bodyPr/>
        <a:lstStyle/>
        <a:p>
          <a:r>
            <a:rPr lang="en-US" dirty="0"/>
            <a:t>Efficient book management: Add, remove, and check book availability.</a:t>
          </a:r>
        </a:p>
      </dgm:t>
    </dgm:pt>
    <dgm:pt modelId="{2D82DEF2-1573-4062-A720-74BEF4D5F43F}" type="parTrans" cxnId="{D68B9315-B4CE-4C05-B594-514CDF12F0C8}">
      <dgm:prSet/>
      <dgm:spPr/>
      <dgm:t>
        <a:bodyPr/>
        <a:lstStyle/>
        <a:p>
          <a:endParaRPr lang="en-US"/>
        </a:p>
      </dgm:t>
    </dgm:pt>
    <dgm:pt modelId="{7786C73F-D13E-488D-AE7D-57A76F98582D}" type="sibTrans" cxnId="{D68B9315-B4CE-4C05-B594-514CDF12F0C8}">
      <dgm:prSet/>
      <dgm:spPr/>
      <dgm:t>
        <a:bodyPr/>
        <a:lstStyle/>
        <a:p>
          <a:endParaRPr lang="en-US"/>
        </a:p>
      </dgm:t>
    </dgm:pt>
    <dgm:pt modelId="{84B31CC3-1F89-42AD-B876-6DEB9908A7E6}">
      <dgm:prSet/>
      <dgm:spPr/>
      <dgm:t>
        <a:bodyPr/>
        <a:lstStyle/>
        <a:p>
          <a:r>
            <a:rPr lang="en-US" dirty="0"/>
            <a:t>Patron registration: Keep track of patrons borrowing books.</a:t>
          </a:r>
        </a:p>
      </dgm:t>
    </dgm:pt>
    <dgm:pt modelId="{C71D1140-E700-41AF-8EE1-7146E09B07A4}" type="parTrans" cxnId="{AED49A56-A3D2-4EF6-896E-5E9CC86D3FB1}">
      <dgm:prSet/>
      <dgm:spPr/>
      <dgm:t>
        <a:bodyPr/>
        <a:lstStyle/>
        <a:p>
          <a:endParaRPr lang="en-US"/>
        </a:p>
      </dgm:t>
    </dgm:pt>
    <dgm:pt modelId="{DD366CE0-09C4-4374-A963-8F921327110A}" type="sibTrans" cxnId="{AED49A56-A3D2-4EF6-896E-5E9CC86D3FB1}">
      <dgm:prSet/>
      <dgm:spPr/>
      <dgm:t>
        <a:bodyPr/>
        <a:lstStyle/>
        <a:p>
          <a:endParaRPr lang="en-US"/>
        </a:p>
      </dgm:t>
    </dgm:pt>
    <dgm:pt modelId="{9B9279B7-5A6E-4239-9DA5-38EC5EF0D812}">
      <dgm:prSet/>
      <dgm:spPr/>
      <dgm:t>
        <a:bodyPr/>
        <a:lstStyle/>
        <a:p>
          <a:r>
            <a:rPr lang="en-US" dirty="0"/>
            <a:t>Easy-to-use interface for both librarians and patrons.</a:t>
          </a:r>
        </a:p>
      </dgm:t>
    </dgm:pt>
    <dgm:pt modelId="{51565F9B-4AB5-4BF8-8DE0-13070ABB7142}" type="parTrans" cxnId="{EA9B733D-C670-4524-BC28-655FA0DB3739}">
      <dgm:prSet/>
      <dgm:spPr/>
      <dgm:t>
        <a:bodyPr/>
        <a:lstStyle/>
        <a:p>
          <a:endParaRPr lang="en-US"/>
        </a:p>
      </dgm:t>
    </dgm:pt>
    <dgm:pt modelId="{9EA54A42-44B6-40B7-88E9-C0AF13C18E1D}" type="sibTrans" cxnId="{EA9B733D-C670-4524-BC28-655FA0DB3739}">
      <dgm:prSet/>
      <dgm:spPr/>
      <dgm:t>
        <a:bodyPr/>
        <a:lstStyle/>
        <a:p>
          <a:endParaRPr lang="en-US"/>
        </a:p>
      </dgm:t>
    </dgm:pt>
    <dgm:pt modelId="{5CA2EC3F-5020-4425-98EE-20A6A9211E40}">
      <dgm:prSet/>
      <dgm:spPr/>
      <dgm:t>
        <a:bodyPr/>
        <a:lstStyle/>
        <a:p>
          <a:r>
            <a:rPr lang="en-US" dirty="0"/>
            <a:t>Scalable to accommodate various library sizes.</a:t>
          </a:r>
        </a:p>
      </dgm:t>
    </dgm:pt>
    <dgm:pt modelId="{067A1366-61C0-43B6-AC0F-17224AE7ECB6}" type="parTrans" cxnId="{1DF530E2-3062-407F-9922-6688404C4044}">
      <dgm:prSet/>
      <dgm:spPr/>
      <dgm:t>
        <a:bodyPr/>
        <a:lstStyle/>
        <a:p>
          <a:endParaRPr lang="en-US"/>
        </a:p>
      </dgm:t>
    </dgm:pt>
    <dgm:pt modelId="{88104AD2-7FE8-4F19-ABF5-6B88FF981C09}" type="sibTrans" cxnId="{1DF530E2-3062-407F-9922-6688404C4044}">
      <dgm:prSet/>
      <dgm:spPr/>
      <dgm:t>
        <a:bodyPr/>
        <a:lstStyle/>
        <a:p>
          <a:endParaRPr lang="en-US"/>
        </a:p>
      </dgm:t>
    </dgm:pt>
    <dgm:pt modelId="{169EF020-68F0-4E54-B6C4-26D855AAD695}">
      <dgm:prSet/>
      <dgm:spPr/>
      <dgm:t>
        <a:bodyPr/>
        <a:lstStyle/>
        <a:p>
          <a:r>
            <a:rPr lang="en-US"/>
            <a:t>Error handling for smooth operation.</a:t>
          </a:r>
        </a:p>
      </dgm:t>
    </dgm:pt>
    <dgm:pt modelId="{BDEFA175-D2D7-4F81-AA78-320DA2DBF64E}" type="parTrans" cxnId="{2FB74442-5807-402D-BB0B-D3659F4AD77D}">
      <dgm:prSet/>
      <dgm:spPr/>
      <dgm:t>
        <a:bodyPr/>
        <a:lstStyle/>
        <a:p>
          <a:endParaRPr lang="en-US"/>
        </a:p>
      </dgm:t>
    </dgm:pt>
    <dgm:pt modelId="{0F740985-8314-4159-80B7-F0073EE264BF}" type="sibTrans" cxnId="{2FB74442-5807-402D-BB0B-D3659F4AD77D}">
      <dgm:prSet/>
      <dgm:spPr/>
      <dgm:t>
        <a:bodyPr/>
        <a:lstStyle/>
        <a:p>
          <a:endParaRPr lang="en-US"/>
        </a:p>
      </dgm:t>
    </dgm:pt>
    <dgm:pt modelId="{4E322AC9-ADF7-459D-9346-0F4E49739F0E}" type="pres">
      <dgm:prSet presAssocID="{5EA5941E-4CC6-43B2-8878-6B9AF3DCA49B}" presName="diagram" presStyleCnt="0">
        <dgm:presLayoutVars>
          <dgm:dir/>
          <dgm:resizeHandles val="exact"/>
        </dgm:presLayoutVars>
      </dgm:prSet>
      <dgm:spPr/>
    </dgm:pt>
    <dgm:pt modelId="{8856958F-83E2-454F-BA01-502DB03609ED}" type="pres">
      <dgm:prSet presAssocID="{5AF7AE97-1999-4470-875A-7AC014331C28}" presName="node" presStyleLbl="node1" presStyleIdx="0" presStyleCnt="5">
        <dgm:presLayoutVars>
          <dgm:bulletEnabled val="1"/>
        </dgm:presLayoutVars>
      </dgm:prSet>
      <dgm:spPr/>
    </dgm:pt>
    <dgm:pt modelId="{D6C016B1-3A04-445F-9098-780D78767257}" type="pres">
      <dgm:prSet presAssocID="{7786C73F-D13E-488D-AE7D-57A76F98582D}" presName="sibTrans" presStyleCnt="0"/>
      <dgm:spPr/>
    </dgm:pt>
    <dgm:pt modelId="{F09073DA-1C14-43C2-AAF0-37FEFAB9C90E}" type="pres">
      <dgm:prSet presAssocID="{84B31CC3-1F89-42AD-B876-6DEB9908A7E6}" presName="node" presStyleLbl="node1" presStyleIdx="1" presStyleCnt="5">
        <dgm:presLayoutVars>
          <dgm:bulletEnabled val="1"/>
        </dgm:presLayoutVars>
      </dgm:prSet>
      <dgm:spPr/>
    </dgm:pt>
    <dgm:pt modelId="{3FBAD0F2-3E9C-4693-8A99-1418084123E0}" type="pres">
      <dgm:prSet presAssocID="{DD366CE0-09C4-4374-A963-8F921327110A}" presName="sibTrans" presStyleCnt="0"/>
      <dgm:spPr/>
    </dgm:pt>
    <dgm:pt modelId="{BB9916DC-226A-44C5-A7FE-7DABE80CB7AD}" type="pres">
      <dgm:prSet presAssocID="{9B9279B7-5A6E-4239-9DA5-38EC5EF0D812}" presName="node" presStyleLbl="node1" presStyleIdx="2" presStyleCnt="5">
        <dgm:presLayoutVars>
          <dgm:bulletEnabled val="1"/>
        </dgm:presLayoutVars>
      </dgm:prSet>
      <dgm:spPr/>
    </dgm:pt>
    <dgm:pt modelId="{3F336FAC-ED07-492C-9AC2-14EE9A300405}" type="pres">
      <dgm:prSet presAssocID="{9EA54A42-44B6-40B7-88E9-C0AF13C18E1D}" presName="sibTrans" presStyleCnt="0"/>
      <dgm:spPr/>
    </dgm:pt>
    <dgm:pt modelId="{16B9B9F4-D010-4EE5-B09B-250FB4447CD9}" type="pres">
      <dgm:prSet presAssocID="{5CA2EC3F-5020-4425-98EE-20A6A9211E40}" presName="node" presStyleLbl="node1" presStyleIdx="3" presStyleCnt="5">
        <dgm:presLayoutVars>
          <dgm:bulletEnabled val="1"/>
        </dgm:presLayoutVars>
      </dgm:prSet>
      <dgm:spPr/>
    </dgm:pt>
    <dgm:pt modelId="{690AF2C0-9B6C-4010-9021-9C1200CE0959}" type="pres">
      <dgm:prSet presAssocID="{88104AD2-7FE8-4F19-ABF5-6B88FF981C09}" presName="sibTrans" presStyleCnt="0"/>
      <dgm:spPr/>
    </dgm:pt>
    <dgm:pt modelId="{E6CCE704-7D0E-4C04-A85F-B71403E26A47}" type="pres">
      <dgm:prSet presAssocID="{169EF020-68F0-4E54-B6C4-26D855AAD695}" presName="node" presStyleLbl="node1" presStyleIdx="4" presStyleCnt="5">
        <dgm:presLayoutVars>
          <dgm:bulletEnabled val="1"/>
        </dgm:presLayoutVars>
      </dgm:prSet>
      <dgm:spPr/>
    </dgm:pt>
  </dgm:ptLst>
  <dgm:cxnLst>
    <dgm:cxn modelId="{87E7A706-9C9B-4A1C-8685-9FA2502E1B8A}" type="presOf" srcId="{5EA5941E-4CC6-43B2-8878-6B9AF3DCA49B}" destId="{4E322AC9-ADF7-459D-9346-0F4E49739F0E}" srcOrd="0" destOrd="0" presId="urn:microsoft.com/office/officeart/2005/8/layout/default"/>
    <dgm:cxn modelId="{D68B9315-B4CE-4C05-B594-514CDF12F0C8}" srcId="{5EA5941E-4CC6-43B2-8878-6B9AF3DCA49B}" destId="{5AF7AE97-1999-4470-875A-7AC014331C28}" srcOrd="0" destOrd="0" parTransId="{2D82DEF2-1573-4062-A720-74BEF4D5F43F}" sibTransId="{7786C73F-D13E-488D-AE7D-57A76F98582D}"/>
    <dgm:cxn modelId="{EA9B733D-C670-4524-BC28-655FA0DB3739}" srcId="{5EA5941E-4CC6-43B2-8878-6B9AF3DCA49B}" destId="{9B9279B7-5A6E-4239-9DA5-38EC5EF0D812}" srcOrd="2" destOrd="0" parTransId="{51565F9B-4AB5-4BF8-8DE0-13070ABB7142}" sibTransId="{9EA54A42-44B6-40B7-88E9-C0AF13C18E1D}"/>
    <dgm:cxn modelId="{2FB74442-5807-402D-BB0B-D3659F4AD77D}" srcId="{5EA5941E-4CC6-43B2-8878-6B9AF3DCA49B}" destId="{169EF020-68F0-4E54-B6C4-26D855AAD695}" srcOrd="4" destOrd="0" parTransId="{BDEFA175-D2D7-4F81-AA78-320DA2DBF64E}" sibTransId="{0F740985-8314-4159-80B7-F0073EE264BF}"/>
    <dgm:cxn modelId="{AED49A56-A3D2-4EF6-896E-5E9CC86D3FB1}" srcId="{5EA5941E-4CC6-43B2-8878-6B9AF3DCA49B}" destId="{84B31CC3-1F89-42AD-B876-6DEB9908A7E6}" srcOrd="1" destOrd="0" parTransId="{C71D1140-E700-41AF-8EE1-7146E09B07A4}" sibTransId="{DD366CE0-09C4-4374-A963-8F921327110A}"/>
    <dgm:cxn modelId="{D5CF6E7E-C8B2-4C77-ACCC-5864B56F68AE}" type="presOf" srcId="{5AF7AE97-1999-4470-875A-7AC014331C28}" destId="{8856958F-83E2-454F-BA01-502DB03609ED}" srcOrd="0" destOrd="0" presId="urn:microsoft.com/office/officeart/2005/8/layout/default"/>
    <dgm:cxn modelId="{F551B98D-31F8-43DF-9A8D-AF7C71772442}" type="presOf" srcId="{5CA2EC3F-5020-4425-98EE-20A6A9211E40}" destId="{16B9B9F4-D010-4EE5-B09B-250FB4447CD9}" srcOrd="0" destOrd="0" presId="urn:microsoft.com/office/officeart/2005/8/layout/default"/>
    <dgm:cxn modelId="{0BAE0EBF-CDB3-4034-BDB7-F8E2274E52B3}" type="presOf" srcId="{9B9279B7-5A6E-4239-9DA5-38EC5EF0D812}" destId="{BB9916DC-226A-44C5-A7FE-7DABE80CB7AD}" srcOrd="0" destOrd="0" presId="urn:microsoft.com/office/officeart/2005/8/layout/default"/>
    <dgm:cxn modelId="{1DF530E2-3062-407F-9922-6688404C4044}" srcId="{5EA5941E-4CC6-43B2-8878-6B9AF3DCA49B}" destId="{5CA2EC3F-5020-4425-98EE-20A6A9211E40}" srcOrd="3" destOrd="0" parTransId="{067A1366-61C0-43B6-AC0F-17224AE7ECB6}" sibTransId="{88104AD2-7FE8-4F19-ABF5-6B88FF981C09}"/>
    <dgm:cxn modelId="{ACC743E3-E941-416F-84E0-46F34402EA92}" type="presOf" srcId="{84B31CC3-1F89-42AD-B876-6DEB9908A7E6}" destId="{F09073DA-1C14-43C2-AAF0-37FEFAB9C90E}" srcOrd="0" destOrd="0" presId="urn:microsoft.com/office/officeart/2005/8/layout/default"/>
    <dgm:cxn modelId="{F050D1FC-390E-4481-92E3-CA3D39B2F306}" type="presOf" srcId="{169EF020-68F0-4E54-B6C4-26D855AAD695}" destId="{E6CCE704-7D0E-4C04-A85F-B71403E26A47}" srcOrd="0" destOrd="0" presId="urn:microsoft.com/office/officeart/2005/8/layout/default"/>
    <dgm:cxn modelId="{2AD36136-BF98-4FC6-B8F9-24FD0A3B579C}" type="presParOf" srcId="{4E322AC9-ADF7-459D-9346-0F4E49739F0E}" destId="{8856958F-83E2-454F-BA01-502DB03609ED}" srcOrd="0" destOrd="0" presId="urn:microsoft.com/office/officeart/2005/8/layout/default"/>
    <dgm:cxn modelId="{55B7D339-1BEC-4B2E-84F1-A667013556C7}" type="presParOf" srcId="{4E322AC9-ADF7-459D-9346-0F4E49739F0E}" destId="{D6C016B1-3A04-445F-9098-780D78767257}" srcOrd="1" destOrd="0" presId="urn:microsoft.com/office/officeart/2005/8/layout/default"/>
    <dgm:cxn modelId="{5E0DC453-2AF0-4865-AF02-127547337189}" type="presParOf" srcId="{4E322AC9-ADF7-459D-9346-0F4E49739F0E}" destId="{F09073DA-1C14-43C2-AAF0-37FEFAB9C90E}" srcOrd="2" destOrd="0" presId="urn:microsoft.com/office/officeart/2005/8/layout/default"/>
    <dgm:cxn modelId="{42E69193-E23D-4A29-BC76-E54DD0389193}" type="presParOf" srcId="{4E322AC9-ADF7-459D-9346-0F4E49739F0E}" destId="{3FBAD0F2-3E9C-4693-8A99-1418084123E0}" srcOrd="3" destOrd="0" presId="urn:microsoft.com/office/officeart/2005/8/layout/default"/>
    <dgm:cxn modelId="{E5F9329F-E5B3-407E-A6D3-2BB43F33E549}" type="presParOf" srcId="{4E322AC9-ADF7-459D-9346-0F4E49739F0E}" destId="{BB9916DC-226A-44C5-A7FE-7DABE80CB7AD}" srcOrd="4" destOrd="0" presId="urn:microsoft.com/office/officeart/2005/8/layout/default"/>
    <dgm:cxn modelId="{F07BE1D9-7CB0-4943-887B-F1651F5C1C1F}" type="presParOf" srcId="{4E322AC9-ADF7-459D-9346-0F4E49739F0E}" destId="{3F336FAC-ED07-492C-9AC2-14EE9A300405}" srcOrd="5" destOrd="0" presId="urn:microsoft.com/office/officeart/2005/8/layout/default"/>
    <dgm:cxn modelId="{ACD6B355-E897-4B98-B063-F609441A6F4D}" type="presParOf" srcId="{4E322AC9-ADF7-459D-9346-0F4E49739F0E}" destId="{16B9B9F4-D010-4EE5-B09B-250FB4447CD9}" srcOrd="6" destOrd="0" presId="urn:microsoft.com/office/officeart/2005/8/layout/default"/>
    <dgm:cxn modelId="{5241E79A-A5DD-4E74-8B72-55D5881DDE13}" type="presParOf" srcId="{4E322AC9-ADF7-459D-9346-0F4E49739F0E}" destId="{690AF2C0-9B6C-4010-9021-9C1200CE0959}" srcOrd="7" destOrd="0" presId="urn:microsoft.com/office/officeart/2005/8/layout/default"/>
    <dgm:cxn modelId="{3AAB4C20-6535-44D4-8CCF-1DBD4CAE84FD}" type="presParOf" srcId="{4E322AC9-ADF7-459D-9346-0F4E49739F0E}" destId="{E6CCE704-7D0E-4C04-A85F-B71403E26A47}"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56958F-83E2-454F-BA01-502DB03609ED}">
      <dsp:nvSpPr>
        <dsp:cNvPr id="0" name=""/>
        <dsp:cNvSpPr/>
      </dsp:nvSpPr>
      <dsp:spPr>
        <a:xfrm>
          <a:off x="0" y="312705"/>
          <a:ext cx="1718331" cy="1030998"/>
        </a:xfrm>
        <a:prstGeom prst="rect">
          <a:avLst/>
        </a:prstGeom>
        <a:solidFill>
          <a:schemeClr val="accent5">
            <a:hueOff val="0"/>
            <a:satOff val="0"/>
            <a:lumOff val="0"/>
            <a:alphaOff val="0"/>
          </a:schemeClr>
        </a:solidFill>
        <a:ln w="2222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Efficient book management: Add, remove, and check book availability.</a:t>
          </a:r>
        </a:p>
      </dsp:txBody>
      <dsp:txXfrm>
        <a:off x="0" y="312705"/>
        <a:ext cx="1718331" cy="1030998"/>
      </dsp:txXfrm>
    </dsp:sp>
    <dsp:sp modelId="{F09073DA-1C14-43C2-AAF0-37FEFAB9C90E}">
      <dsp:nvSpPr>
        <dsp:cNvPr id="0" name=""/>
        <dsp:cNvSpPr/>
      </dsp:nvSpPr>
      <dsp:spPr>
        <a:xfrm>
          <a:off x="1890164" y="312705"/>
          <a:ext cx="1718331" cy="1030998"/>
        </a:xfrm>
        <a:prstGeom prst="rect">
          <a:avLst/>
        </a:prstGeom>
        <a:solidFill>
          <a:schemeClr val="accent5">
            <a:hueOff val="-827139"/>
            <a:satOff val="-4443"/>
            <a:lumOff val="1519"/>
            <a:alphaOff val="0"/>
          </a:schemeClr>
        </a:solidFill>
        <a:ln w="2222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Patron registration: Keep track of patrons borrowing books.</a:t>
          </a:r>
        </a:p>
      </dsp:txBody>
      <dsp:txXfrm>
        <a:off x="1890164" y="312705"/>
        <a:ext cx="1718331" cy="1030998"/>
      </dsp:txXfrm>
    </dsp:sp>
    <dsp:sp modelId="{BB9916DC-226A-44C5-A7FE-7DABE80CB7AD}">
      <dsp:nvSpPr>
        <dsp:cNvPr id="0" name=""/>
        <dsp:cNvSpPr/>
      </dsp:nvSpPr>
      <dsp:spPr>
        <a:xfrm>
          <a:off x="3780328" y="312705"/>
          <a:ext cx="1718331" cy="1030998"/>
        </a:xfrm>
        <a:prstGeom prst="rect">
          <a:avLst/>
        </a:prstGeom>
        <a:solidFill>
          <a:schemeClr val="accent5">
            <a:hueOff val="-1654278"/>
            <a:satOff val="-8885"/>
            <a:lumOff val="3039"/>
            <a:alphaOff val="0"/>
          </a:schemeClr>
        </a:solidFill>
        <a:ln w="2222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Easy-to-use interface for both librarians and patrons.</a:t>
          </a:r>
        </a:p>
      </dsp:txBody>
      <dsp:txXfrm>
        <a:off x="3780328" y="312705"/>
        <a:ext cx="1718331" cy="1030998"/>
      </dsp:txXfrm>
    </dsp:sp>
    <dsp:sp modelId="{16B9B9F4-D010-4EE5-B09B-250FB4447CD9}">
      <dsp:nvSpPr>
        <dsp:cNvPr id="0" name=""/>
        <dsp:cNvSpPr/>
      </dsp:nvSpPr>
      <dsp:spPr>
        <a:xfrm>
          <a:off x="945082" y="1515537"/>
          <a:ext cx="1718331" cy="1030998"/>
        </a:xfrm>
        <a:prstGeom prst="rect">
          <a:avLst/>
        </a:prstGeom>
        <a:solidFill>
          <a:schemeClr val="accent5">
            <a:hueOff val="-2481417"/>
            <a:satOff val="-13328"/>
            <a:lumOff val="4558"/>
            <a:alphaOff val="0"/>
          </a:schemeClr>
        </a:solidFill>
        <a:ln w="2222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Scalable to accommodate various library sizes.</a:t>
          </a:r>
        </a:p>
      </dsp:txBody>
      <dsp:txXfrm>
        <a:off x="945082" y="1515537"/>
        <a:ext cx="1718331" cy="1030998"/>
      </dsp:txXfrm>
    </dsp:sp>
    <dsp:sp modelId="{E6CCE704-7D0E-4C04-A85F-B71403E26A47}">
      <dsp:nvSpPr>
        <dsp:cNvPr id="0" name=""/>
        <dsp:cNvSpPr/>
      </dsp:nvSpPr>
      <dsp:spPr>
        <a:xfrm>
          <a:off x="2835246" y="1515537"/>
          <a:ext cx="1718331" cy="1030998"/>
        </a:xfrm>
        <a:prstGeom prst="rect">
          <a:avLst/>
        </a:prstGeom>
        <a:solidFill>
          <a:schemeClr val="accent5">
            <a:hueOff val="-3308557"/>
            <a:satOff val="-17770"/>
            <a:lumOff val="6078"/>
            <a:alphaOff val="0"/>
          </a:schemeClr>
        </a:solidFill>
        <a:ln w="2222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Error handling for smooth operation.</a:t>
          </a:r>
        </a:p>
      </dsp:txBody>
      <dsp:txXfrm>
        <a:off x="2835246" y="1515537"/>
        <a:ext cx="1718331" cy="1030998"/>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30T19:49:19.543"/>
    </inkml:context>
    <inkml:brush xml:id="br0">
      <inkml:brushProperty name="width" value="0.035" units="cm"/>
      <inkml:brushProperty name="height" value="0.035" units="cm"/>
    </inkml:brush>
  </inkml:definitions>
  <inkml:trace contextRef="#ctx0" brushRef="#br0">0 1 24575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30T19:49:19.920"/>
    </inkml:context>
    <inkml:brush xml:id="br0">
      <inkml:brushProperty name="width" value="0.035" units="cm"/>
      <inkml:brushProperty name="height" value="0.035" units="cm"/>
    </inkml:brush>
  </inkml:definitions>
  <inkml:trace contextRef="#ctx0" brushRef="#br0">0 1 24575</inkml:trace>
  <inkml:trace contextRef="#ctx0" brushRef="#br0" timeOffset="1">0 1 24575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30T19:49:20.264"/>
    </inkml:context>
    <inkml:brush xml:id="br0">
      <inkml:brushProperty name="width" value="0.035" units="cm"/>
      <inkml:brushProperty name="height" value="0.035" units="cm"/>
    </inkml:brush>
  </inkml:definitions>
  <inkml:trace contextRef="#ctx0" brushRef="#br0">0 1 24575,'0'4'0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30T18:58:22.768"/>
    </inkml:context>
    <inkml:brush xml:id="br0">
      <inkml:brushProperty name="width" value="0.035" units="cm"/>
      <inkml:brushProperty name="height" value="0.035" units="cm"/>
    </inkml:brush>
  </inkml:definitions>
  <inkml:trace contextRef="#ctx0" brushRef="#br0">1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30T18:58:43.385"/>
    </inkml:context>
    <inkml:brush xml:id="br0">
      <inkml:brushProperty name="width" value="0.035" units="cm"/>
      <inkml:brushProperty name="height" value="0.035" units="cm"/>
    </inkml:brush>
  </inkml:definitions>
  <inkml:trace contextRef="#ctx0" brushRef="#br0">0 1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30T18:58:44.276"/>
    </inkml:context>
    <inkml:brush xml:id="br0">
      <inkml:brushProperty name="width" value="0.035" units="cm"/>
      <inkml:brushProperty name="height" value="0.035" units="cm"/>
    </inkml:brush>
  </inkml:definitions>
  <inkml:trace contextRef="#ctx0" brushRef="#br0">0 5 24575,'0'-4'0</inkml:trace>
</inkml:ink>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6EFE1890-19CC-4305-B452-90860D90D91A}" type="datetimeFigureOut">
              <a:rPr lang="en-US" smtClean="0"/>
              <a:t>5/3/2024</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8CBFAA12-2B99-4A31-8848-0FE6A3B262E5}" type="slidenum">
              <a:rPr lang="en-US" smtClean="0"/>
              <a:t>‹#›</a:t>
            </a:fld>
            <a:endParaRPr lang="en-US"/>
          </a:p>
        </p:txBody>
      </p:sp>
    </p:spTree>
    <p:extLst>
      <p:ext uri="{BB962C8B-B14F-4D97-AF65-F5344CB8AC3E}">
        <p14:creationId xmlns:p14="http://schemas.microsoft.com/office/powerpoint/2010/main" val="2300029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FE1890-19CC-4305-B452-90860D90D91A}" type="datetimeFigureOut">
              <a:rPr lang="en-US" smtClean="0"/>
              <a:t>5/3/2024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FAA12-2B99-4A31-8848-0FE6A3B262E5}" type="slidenum">
              <a:rPr lang="en-US" smtClean="0"/>
              <a:t>‹#›</a:t>
            </a:fld>
            <a:endParaRPr lang="en-US"/>
          </a:p>
        </p:txBody>
      </p:sp>
    </p:spTree>
    <p:extLst>
      <p:ext uri="{BB962C8B-B14F-4D97-AF65-F5344CB8AC3E}">
        <p14:creationId xmlns:p14="http://schemas.microsoft.com/office/powerpoint/2010/main" val="12184715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FE1890-19CC-4305-B452-90860D90D91A}" type="datetimeFigureOut">
              <a:rPr lang="en-US" smtClean="0"/>
              <a:t>5/3/2024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FAA12-2B99-4A31-8848-0FE6A3B262E5}" type="slidenum">
              <a:rPr lang="en-US" smtClean="0"/>
              <a:t>‹#›</a:t>
            </a:fld>
            <a:endParaRPr lang="en-US"/>
          </a:p>
        </p:txBody>
      </p:sp>
    </p:spTree>
    <p:extLst>
      <p:ext uri="{BB962C8B-B14F-4D97-AF65-F5344CB8AC3E}">
        <p14:creationId xmlns:p14="http://schemas.microsoft.com/office/powerpoint/2010/main" val="392864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EFE1890-19CC-4305-B452-90860D90D91A}" type="datetimeFigureOut">
              <a:rPr lang="en-US" smtClean="0"/>
              <a:t>5/3/2024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FAA12-2B99-4A31-8848-0FE6A3B262E5}" type="slidenum">
              <a:rPr lang="en-US" smtClean="0"/>
              <a:t>‹#›</a:t>
            </a:fld>
            <a:endParaRPr lang="en-US"/>
          </a:p>
        </p:txBody>
      </p:sp>
    </p:spTree>
    <p:extLst>
      <p:ext uri="{BB962C8B-B14F-4D97-AF65-F5344CB8AC3E}">
        <p14:creationId xmlns:p14="http://schemas.microsoft.com/office/powerpoint/2010/main" val="1796912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EFE1890-19CC-4305-B452-90860D90D91A}" type="datetimeFigureOut">
              <a:rPr lang="en-US" smtClean="0"/>
              <a:t>5/3/2024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BFAA12-2B99-4A31-8848-0FE6A3B262E5}" type="slidenum">
              <a:rPr lang="en-US" smtClean="0"/>
              <a:t>‹#›</a:t>
            </a:fld>
            <a:endParaRPr lang="en-US"/>
          </a:p>
        </p:txBody>
      </p:sp>
    </p:spTree>
    <p:extLst>
      <p:ext uri="{BB962C8B-B14F-4D97-AF65-F5344CB8AC3E}">
        <p14:creationId xmlns:p14="http://schemas.microsoft.com/office/powerpoint/2010/main" val="3299212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EFE1890-19CC-4305-B452-90860D90D91A}" type="datetimeFigureOut">
              <a:rPr lang="en-US" smtClean="0"/>
              <a:t>5/3/2024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BFAA12-2B99-4A31-8848-0FE6A3B262E5}" type="slidenum">
              <a:rPr lang="en-US" smtClean="0"/>
              <a:t>‹#›</a:t>
            </a:fld>
            <a:endParaRPr lang="en-US"/>
          </a:p>
        </p:txBody>
      </p:sp>
    </p:spTree>
    <p:extLst>
      <p:ext uri="{BB962C8B-B14F-4D97-AF65-F5344CB8AC3E}">
        <p14:creationId xmlns:p14="http://schemas.microsoft.com/office/powerpoint/2010/main" val="1710515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FE1890-19CC-4305-B452-90860D90D91A}" type="datetimeFigureOut">
              <a:rPr lang="en-US" smtClean="0"/>
              <a:t>5/3/2024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BFAA12-2B99-4A31-8848-0FE6A3B262E5}" type="slidenum">
              <a:rPr lang="en-US" smtClean="0"/>
              <a:t>‹#›</a:t>
            </a:fld>
            <a:endParaRPr lang="en-US"/>
          </a:p>
        </p:txBody>
      </p:sp>
    </p:spTree>
    <p:extLst>
      <p:ext uri="{BB962C8B-B14F-4D97-AF65-F5344CB8AC3E}">
        <p14:creationId xmlns:p14="http://schemas.microsoft.com/office/powerpoint/2010/main" val="1093216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EFE1890-19CC-4305-B452-90860D90D91A}" type="datetimeFigureOut">
              <a:rPr lang="en-US" smtClean="0"/>
              <a:t>5/3/2024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FAA12-2B99-4A31-8848-0FE6A3B262E5}" type="slidenum">
              <a:rPr lang="en-US" smtClean="0"/>
              <a:t>‹#›</a:t>
            </a:fld>
            <a:endParaRPr lang="en-US"/>
          </a:p>
        </p:txBody>
      </p:sp>
    </p:spTree>
    <p:extLst>
      <p:ext uri="{BB962C8B-B14F-4D97-AF65-F5344CB8AC3E}">
        <p14:creationId xmlns:p14="http://schemas.microsoft.com/office/powerpoint/2010/main" val="4216557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EFE1890-19CC-4305-B452-90860D90D91A}" type="datetimeFigureOut">
              <a:rPr lang="en-US" smtClean="0"/>
              <a:t>5/3/2024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FAA12-2B99-4A31-8848-0FE6A3B262E5}" type="slidenum">
              <a:rPr lang="en-US" smtClean="0"/>
              <a:t>‹#›</a:t>
            </a:fld>
            <a:endParaRPr lang="en-US"/>
          </a:p>
        </p:txBody>
      </p:sp>
    </p:spTree>
    <p:extLst>
      <p:ext uri="{BB962C8B-B14F-4D97-AF65-F5344CB8AC3E}">
        <p14:creationId xmlns:p14="http://schemas.microsoft.com/office/powerpoint/2010/main" val="3312468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EFE1890-19CC-4305-B452-90860D90D91A}" type="datetimeFigureOut">
              <a:rPr lang="en-US" smtClean="0"/>
              <a:t>5/3/2024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FAA12-2B99-4A31-8848-0FE6A3B262E5}" type="slidenum">
              <a:rPr lang="en-US" smtClean="0"/>
              <a:t>‹#›</a:t>
            </a:fld>
            <a:endParaRPr lang="en-US"/>
          </a:p>
        </p:txBody>
      </p:sp>
    </p:spTree>
    <p:extLst>
      <p:ext uri="{BB962C8B-B14F-4D97-AF65-F5344CB8AC3E}">
        <p14:creationId xmlns:p14="http://schemas.microsoft.com/office/powerpoint/2010/main" val="23649523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EFE1890-19CC-4305-B452-90860D90D91A}" type="datetimeFigureOut">
              <a:rPr lang="en-US" smtClean="0"/>
              <a:t>5/3/2024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FAA12-2B99-4A31-8848-0FE6A3B262E5}" type="slidenum">
              <a:rPr lang="en-US" smtClean="0"/>
              <a:t>‹#›</a:t>
            </a:fld>
            <a:endParaRPr lang="en-US"/>
          </a:p>
        </p:txBody>
      </p:sp>
    </p:spTree>
    <p:extLst>
      <p:ext uri="{BB962C8B-B14F-4D97-AF65-F5344CB8AC3E}">
        <p14:creationId xmlns:p14="http://schemas.microsoft.com/office/powerpoint/2010/main" val="37490949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EFE1890-19CC-4305-B452-90860D90D91A}" type="datetimeFigureOut">
              <a:rPr lang="en-US" smtClean="0"/>
              <a:t>5/3/2024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FAA12-2B99-4A31-8848-0FE6A3B262E5}"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40200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EFE1890-19CC-4305-B452-90860D90D91A}" type="datetimeFigureOut">
              <a:rPr lang="en-US" smtClean="0"/>
              <a:t>5/3/2024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FAA12-2B99-4A31-8848-0FE6A3B262E5}" type="slidenum">
              <a:rPr lang="en-US" smtClean="0"/>
              <a:t>‹#›</a:t>
            </a:fld>
            <a:endParaRPr lang="en-US"/>
          </a:p>
        </p:txBody>
      </p:sp>
    </p:spTree>
    <p:extLst>
      <p:ext uri="{BB962C8B-B14F-4D97-AF65-F5344CB8AC3E}">
        <p14:creationId xmlns:p14="http://schemas.microsoft.com/office/powerpoint/2010/main" val="42145489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EFE1890-19CC-4305-B452-90860D90D91A}" type="datetimeFigureOut">
              <a:rPr lang="en-US" smtClean="0"/>
              <a:t>5/3/2024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BFAA12-2B99-4A31-8848-0FE6A3B262E5}" type="slidenum">
              <a:rPr lang="en-US" smtClean="0"/>
              <a:t>‹#›</a:t>
            </a:fld>
            <a:endParaRPr lang="en-US"/>
          </a:p>
        </p:txBody>
      </p:sp>
    </p:spTree>
    <p:extLst>
      <p:ext uri="{BB962C8B-B14F-4D97-AF65-F5344CB8AC3E}">
        <p14:creationId xmlns:p14="http://schemas.microsoft.com/office/powerpoint/2010/main" val="1127493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EFE1890-19CC-4305-B452-90860D90D91A}" type="datetimeFigureOut">
              <a:rPr lang="en-US" smtClean="0"/>
              <a:t>5/3/2024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BFAA12-2B99-4A31-8848-0FE6A3B262E5}" type="slidenum">
              <a:rPr lang="en-US" smtClean="0"/>
              <a:t>‹#›</a:t>
            </a:fld>
            <a:endParaRPr lang="en-US"/>
          </a:p>
        </p:txBody>
      </p:sp>
    </p:spTree>
    <p:extLst>
      <p:ext uri="{BB962C8B-B14F-4D97-AF65-F5344CB8AC3E}">
        <p14:creationId xmlns:p14="http://schemas.microsoft.com/office/powerpoint/2010/main" val="8875178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FE1890-19CC-4305-B452-90860D90D91A}" type="datetimeFigureOut">
              <a:rPr lang="en-US" smtClean="0"/>
              <a:t>5/3/2024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FAA12-2B99-4A31-8848-0FE6A3B262E5}" type="slidenum">
              <a:rPr lang="en-US" smtClean="0"/>
              <a:t>‹#›</a:t>
            </a:fld>
            <a:endParaRPr lang="en-US"/>
          </a:p>
        </p:txBody>
      </p:sp>
    </p:spTree>
    <p:extLst>
      <p:ext uri="{BB962C8B-B14F-4D97-AF65-F5344CB8AC3E}">
        <p14:creationId xmlns:p14="http://schemas.microsoft.com/office/powerpoint/2010/main" val="6616532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FE1890-19CC-4305-B452-90860D90D91A}" type="datetimeFigureOut">
              <a:rPr lang="en-US" smtClean="0"/>
              <a:t>5/3/2024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FAA12-2B99-4A31-8848-0FE6A3B262E5}" type="slidenum">
              <a:rPr lang="en-US" smtClean="0"/>
              <a:t>‹#›</a:t>
            </a:fld>
            <a:endParaRPr lang="en-US"/>
          </a:p>
        </p:txBody>
      </p:sp>
    </p:spTree>
    <p:extLst>
      <p:ext uri="{BB962C8B-B14F-4D97-AF65-F5344CB8AC3E}">
        <p14:creationId xmlns:p14="http://schemas.microsoft.com/office/powerpoint/2010/main" val="1857361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EFE1890-19CC-4305-B452-90860D90D91A}" type="datetimeFigureOut">
              <a:rPr lang="en-US" smtClean="0"/>
              <a:t>5/3/2024</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CBFAA12-2B99-4A31-8848-0FE6A3B262E5}" type="slidenum">
              <a:rPr lang="en-US" smtClean="0"/>
              <a:t>‹#›</a:t>
            </a:fld>
            <a:endParaRPr lang="en-US"/>
          </a:p>
        </p:txBody>
      </p:sp>
    </p:spTree>
    <p:extLst>
      <p:ext uri="{BB962C8B-B14F-4D97-AF65-F5344CB8AC3E}">
        <p14:creationId xmlns:p14="http://schemas.microsoft.com/office/powerpoint/2010/main" val="21972822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5.png"/><Relationship Id="rId7" Type="http://schemas.openxmlformats.org/officeDocument/2006/relationships/customXml" Target="../ink/ink2.xml"/><Relationship Id="rId2" Type="http://schemas.openxmlformats.org/officeDocument/2006/relationships/image" Target="../media/image4.png"/><Relationship Id="rId1" Type="http://schemas.openxmlformats.org/officeDocument/2006/relationships/slideLayout" Target="../slideLayouts/slideLayout9.xml"/><Relationship Id="rId6" Type="http://schemas.openxmlformats.org/officeDocument/2006/relationships/image" Target="../media/image7.png"/><Relationship Id="rId4" Type="http://schemas.openxmlformats.org/officeDocument/2006/relationships/customXml" Target="../ink/ink1.xml"/><Relationship Id="rId9"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1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4.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customXml" Target="../ink/ink4.xml"/><Relationship Id="rId7"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8.xml"/><Relationship Id="rId6" Type="http://schemas.openxmlformats.org/officeDocument/2006/relationships/customXml" Target="../ink/ink6.xml"/><Relationship Id="rId5" Type="http://schemas.openxmlformats.org/officeDocument/2006/relationships/customXml" Target="../ink/ink5.xml"/><Relationship Id="rId4" Type="http://schemas.openxmlformats.org/officeDocument/2006/relationships/image" Target="../media/image17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8000"/>
                <a:hueMod val="94000"/>
                <a:satMod val="148000"/>
                <a:lumMod val="150000"/>
              </a:schemeClr>
            </a:gs>
            <a:gs pos="100000">
              <a:schemeClr val="bg1">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BE10567-6165-46A7-867D-4690A16B4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9" name="Rectangle 8">
              <a:extLst>
                <a:ext uri="{FF2B5EF4-FFF2-40B4-BE49-F238E27FC236}">
                  <a16:creationId xmlns:a16="http://schemas.microsoft.com/office/drawing/2014/main" id="{0F4DB1F4-429C-4C85-85D7-C4D81996D3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a:extLst>
                <a:ext uri="{FF2B5EF4-FFF2-40B4-BE49-F238E27FC236}">
                  <a16:creationId xmlns:a16="http://schemas.microsoft.com/office/drawing/2014/main" id="{159C0DA6-71D9-4C96-A774-7FADF5E0A4C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sp>
        <p:nvSpPr>
          <p:cNvPr id="12" name="Round Diagonal Corner Rectangle 7">
            <a:extLst>
              <a:ext uri="{FF2B5EF4-FFF2-40B4-BE49-F238E27FC236}">
                <a16:creationId xmlns:a16="http://schemas.microsoft.com/office/drawing/2014/main" id="{4B24F6DB-F114-44A7-BB56-D401884E4E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82333" y="2235200"/>
            <a:ext cx="7027334" cy="2396067"/>
          </a:xfrm>
          <a:prstGeom prst="round2DiagRect">
            <a:avLst>
              <a:gd name="adj1" fmla="val 9246"/>
              <a:gd name="adj2" fmla="val 0"/>
            </a:avLst>
          </a:prstGeom>
          <a:solidFill>
            <a:srgbClr val="000000">
              <a:alpha val="80000"/>
            </a:srgb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4DB50ECD-225E-4F81-AF7B-706DD05F3B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5895" y="2900097"/>
            <a:ext cx="10982062" cy="1211524"/>
            <a:chOff x="605895" y="2900097"/>
            <a:chExt cx="10982062" cy="1211524"/>
          </a:xfrm>
          <a:effectLst/>
        </p:grpSpPr>
        <p:sp>
          <p:nvSpPr>
            <p:cNvPr id="15" name="Freeform 32">
              <a:extLst>
                <a:ext uri="{FF2B5EF4-FFF2-40B4-BE49-F238E27FC236}">
                  <a16:creationId xmlns:a16="http://schemas.microsoft.com/office/drawing/2014/main" id="{CBC3B006-1357-4969-BC3D-CDD91E492B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9653587" y="33797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16" name="Freeform 33">
              <a:extLst>
                <a:ext uri="{FF2B5EF4-FFF2-40B4-BE49-F238E27FC236}">
                  <a16:creationId xmlns:a16="http://schemas.microsoft.com/office/drawing/2014/main" id="{0D6E4F1D-B331-41B5-90EF-2236C1EE155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0078244" y="33107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17" name="Freeform 34">
              <a:extLst>
                <a:ext uri="{FF2B5EF4-FFF2-40B4-BE49-F238E27FC236}">
                  <a16:creationId xmlns:a16="http://schemas.microsoft.com/office/drawing/2014/main" id="{54A60014-21DF-44E5-9137-4335718850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1146631" y="35742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18" name="Freeform 37">
              <a:extLst>
                <a:ext uri="{FF2B5EF4-FFF2-40B4-BE49-F238E27FC236}">
                  <a16:creationId xmlns:a16="http://schemas.microsoft.com/office/drawing/2014/main" id="{40B768C0-B003-45F4-9A06-EA3509A90B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10230644" y="30345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19" name="Freeform 35">
              <a:extLst>
                <a:ext uri="{FF2B5EF4-FFF2-40B4-BE49-F238E27FC236}">
                  <a16:creationId xmlns:a16="http://schemas.microsoft.com/office/drawing/2014/main" id="{5E479182-2054-4AD9-823D-81CFAD7F2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034587" y="25627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0" name="Freeform 36">
              <a:extLst>
                <a:ext uri="{FF2B5EF4-FFF2-40B4-BE49-F238E27FC236}">
                  <a16:creationId xmlns:a16="http://schemas.microsoft.com/office/drawing/2014/main" id="{A7D912CF-756A-41F1-8BF1-5BA7D1BD05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0747375" y="32326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1" name="Freeform 38">
              <a:extLst>
                <a:ext uri="{FF2B5EF4-FFF2-40B4-BE49-F238E27FC236}">
                  <a16:creationId xmlns:a16="http://schemas.microsoft.com/office/drawing/2014/main" id="{734B6F35-2160-44B1-AB00-F628C84B14F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1399044" y="30953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2" name="Freeform 39">
              <a:extLst>
                <a:ext uri="{FF2B5EF4-FFF2-40B4-BE49-F238E27FC236}">
                  <a16:creationId xmlns:a16="http://schemas.microsoft.com/office/drawing/2014/main" id="{D8657E76-4F63-44FE-86C5-54CA174FC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353675" y="21531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3" name="Freeform 40">
              <a:extLst>
                <a:ext uri="{FF2B5EF4-FFF2-40B4-BE49-F238E27FC236}">
                  <a16:creationId xmlns:a16="http://schemas.microsoft.com/office/drawing/2014/main" id="{482CEB8C-90E5-4152-8B52-A2881B98A3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9848850" y="33088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4" name="Rectangle 41">
              <a:extLst>
                <a:ext uri="{FF2B5EF4-FFF2-40B4-BE49-F238E27FC236}">
                  <a16:creationId xmlns:a16="http://schemas.microsoft.com/office/drawing/2014/main" id="{85010FC2-BC4C-4692-876D-7FE363BFC6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5400000">
              <a:off x="9721056" y="32842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5" name="Freeform 32">
              <a:extLst>
                <a:ext uri="{FF2B5EF4-FFF2-40B4-BE49-F238E27FC236}">
                  <a16:creationId xmlns:a16="http://schemas.microsoft.com/office/drawing/2014/main" id="{714C1223-2B78-4715-9ACB-079A60D16D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2122751" y="35321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6" name="Freeform 33">
              <a:extLst>
                <a:ext uri="{FF2B5EF4-FFF2-40B4-BE49-F238E27FC236}">
                  <a16:creationId xmlns:a16="http://schemas.microsoft.com/office/drawing/2014/main" id="{1D9109D3-C92A-410B-9B43-5F02B2D84EE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1958445" y="34631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7" name="Freeform 34">
              <a:extLst>
                <a:ext uri="{FF2B5EF4-FFF2-40B4-BE49-F238E27FC236}">
                  <a16:creationId xmlns:a16="http://schemas.microsoft.com/office/drawing/2014/main" id="{EF5B327A-A1AE-42F3-815E-84F4AA2948C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858308" y="37266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8" name="Freeform 37">
              <a:extLst>
                <a:ext uri="{FF2B5EF4-FFF2-40B4-BE49-F238E27FC236}">
                  <a16:creationId xmlns:a16="http://schemas.microsoft.com/office/drawing/2014/main" id="{77738BDE-751F-4D4C-B4C4-C9DF3EA291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1658407" y="31869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29" name="Freeform 35">
              <a:extLst>
                <a:ext uri="{FF2B5EF4-FFF2-40B4-BE49-F238E27FC236}">
                  <a16:creationId xmlns:a16="http://schemas.microsoft.com/office/drawing/2014/main" id="{9C8C4AD6-72BF-490C-963C-97C7FD7E7E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860814" y="27151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30" name="Freeform 36">
              <a:extLst>
                <a:ext uri="{FF2B5EF4-FFF2-40B4-BE49-F238E27FC236}">
                  <a16:creationId xmlns:a16="http://schemas.microsoft.com/office/drawing/2014/main" id="{94990E31-5AA8-4502-A963-CE1B539DAC4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1289314" y="33850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31" name="Freeform 38">
              <a:extLst>
                <a:ext uri="{FF2B5EF4-FFF2-40B4-BE49-F238E27FC236}">
                  <a16:creationId xmlns:a16="http://schemas.microsoft.com/office/drawing/2014/main" id="{9E703E9D-ED76-449C-A8C0-7A1E24B8B2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605895" y="32477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32" name="Freeform 39">
              <a:extLst>
                <a:ext uri="{FF2B5EF4-FFF2-40B4-BE49-F238E27FC236}">
                  <a16:creationId xmlns:a16="http://schemas.microsoft.com/office/drawing/2014/main" id="{C70A75E8-C815-4CCF-ABEE-83F19BFE05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532202" y="23055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33" name="Freeform 40">
              <a:extLst>
                <a:ext uri="{FF2B5EF4-FFF2-40B4-BE49-F238E27FC236}">
                  <a16:creationId xmlns:a16="http://schemas.microsoft.com/office/drawing/2014/main" id="{E15638E1-6A92-4D31-A034-853A65A754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2154501" y="34612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34" name="Rectangle 41">
              <a:extLst>
                <a:ext uri="{FF2B5EF4-FFF2-40B4-BE49-F238E27FC236}">
                  <a16:creationId xmlns:a16="http://schemas.microsoft.com/office/drawing/2014/main" id="{EA3E8D58-D52B-4300-8A50-5696430D1A6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16200000" flipH="1">
              <a:off x="2448983" y="34366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grpSp>
      <p:sp>
        <p:nvSpPr>
          <p:cNvPr id="2" name="Title 1">
            <a:extLst>
              <a:ext uri="{FF2B5EF4-FFF2-40B4-BE49-F238E27FC236}">
                <a16:creationId xmlns:a16="http://schemas.microsoft.com/office/drawing/2014/main" id="{32C9AF1D-9594-D5B1-DDE5-A89DD1D4713E}"/>
              </a:ext>
            </a:extLst>
          </p:cNvPr>
          <p:cNvSpPr>
            <a:spLocks noGrp="1"/>
          </p:cNvSpPr>
          <p:nvPr>
            <p:ph type="ctrTitle"/>
          </p:nvPr>
        </p:nvSpPr>
        <p:spPr>
          <a:xfrm>
            <a:off x="2667000" y="2328334"/>
            <a:ext cx="6858000" cy="1367896"/>
          </a:xfrm>
        </p:spPr>
        <p:txBody>
          <a:bodyPr>
            <a:normAutofit/>
          </a:bodyPr>
          <a:lstStyle/>
          <a:p>
            <a:pPr algn="ctr"/>
            <a:r>
              <a:rPr lang="en-US">
                <a:solidFill>
                  <a:srgbClr val="FFFFFF"/>
                </a:solidFill>
                <a:effectLst>
                  <a:outerShdw blurRad="38100" dist="38100" dir="2700000" algn="tl">
                    <a:srgbClr val="000000">
                      <a:alpha val="43137"/>
                    </a:srgbClr>
                  </a:outerShdw>
                </a:effectLst>
              </a:rPr>
              <a:t>GUI Library system</a:t>
            </a:r>
          </a:p>
        </p:txBody>
      </p:sp>
      <p:sp>
        <p:nvSpPr>
          <p:cNvPr id="3" name="Subtitle 2">
            <a:extLst>
              <a:ext uri="{FF2B5EF4-FFF2-40B4-BE49-F238E27FC236}">
                <a16:creationId xmlns:a16="http://schemas.microsoft.com/office/drawing/2014/main" id="{9A4022D4-D21D-2E23-12AB-5A3F7E2031BB}"/>
              </a:ext>
            </a:extLst>
          </p:cNvPr>
          <p:cNvSpPr>
            <a:spLocks noGrp="1"/>
          </p:cNvSpPr>
          <p:nvPr>
            <p:ph type="subTitle" idx="1"/>
          </p:nvPr>
        </p:nvSpPr>
        <p:spPr>
          <a:xfrm>
            <a:off x="2667001" y="3602038"/>
            <a:ext cx="6857999" cy="953029"/>
          </a:xfrm>
        </p:spPr>
        <p:txBody>
          <a:bodyPr>
            <a:normAutofit/>
          </a:bodyPr>
          <a:lstStyle/>
          <a:p>
            <a:pPr algn="ctr">
              <a:lnSpc>
                <a:spcPct val="110000"/>
              </a:lnSpc>
            </a:pPr>
            <a:r>
              <a:rPr lang="en-US" sz="1100">
                <a:solidFill>
                  <a:schemeClr val="bg2"/>
                </a:solidFill>
                <a:effectLst>
                  <a:outerShdw blurRad="38100" dist="38100" dir="2700000" algn="tl">
                    <a:srgbClr val="000000">
                      <a:alpha val="43137"/>
                    </a:srgbClr>
                  </a:outerShdw>
                </a:effectLst>
              </a:rPr>
              <a:t>Hams Ali</a:t>
            </a:r>
          </a:p>
          <a:p>
            <a:pPr algn="ctr">
              <a:lnSpc>
                <a:spcPct val="110000"/>
              </a:lnSpc>
            </a:pPr>
            <a:r>
              <a:rPr lang="en-US" sz="1100">
                <a:solidFill>
                  <a:schemeClr val="bg2"/>
                </a:solidFill>
                <a:effectLst>
                  <a:outerShdw blurRad="38100" dist="38100" dir="2700000" algn="tl">
                    <a:srgbClr val="000000">
                      <a:alpha val="43137"/>
                    </a:srgbClr>
                  </a:outerShdw>
                </a:effectLst>
              </a:rPr>
              <a:t>CS 2132 </a:t>
            </a:r>
          </a:p>
          <a:p>
            <a:pPr algn="ctr">
              <a:lnSpc>
                <a:spcPct val="110000"/>
              </a:lnSpc>
            </a:pPr>
            <a:r>
              <a:rPr lang="en-US" sz="1100">
                <a:solidFill>
                  <a:schemeClr val="bg2"/>
                </a:solidFill>
                <a:effectLst>
                  <a:outerShdw blurRad="38100" dist="38100" dir="2700000" algn="tl">
                    <a:srgbClr val="000000">
                      <a:alpha val="43137"/>
                    </a:srgbClr>
                  </a:outerShdw>
                </a:effectLst>
              </a:rPr>
              <a:t>Dr. Mohammad Nauman</a:t>
            </a:r>
          </a:p>
        </p:txBody>
      </p:sp>
    </p:spTree>
    <p:extLst>
      <p:ext uri="{BB962C8B-B14F-4D97-AF65-F5344CB8AC3E}">
        <p14:creationId xmlns:p14="http://schemas.microsoft.com/office/powerpoint/2010/main" val="2874886089"/>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78A47D-4F17-40FE-AB70-7AF78A9575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400" y="-14287"/>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5BE3A7E-6A3F-401E-A025-BBB8FDB8DD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tx1">
              <a:alpha val="60000"/>
            </a:schemeClr>
          </a:solidFill>
        </p:grpSpPr>
        <p:sp>
          <p:nvSpPr>
            <p:cNvPr id="11" name="Rectangle 5">
              <a:extLst>
                <a:ext uri="{FF2B5EF4-FFF2-40B4-BE49-F238E27FC236}">
                  <a16:creationId xmlns:a16="http://schemas.microsoft.com/office/drawing/2014/main" id="{41EE9036-817C-476C-BD59-B5184F9A3E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2" name="Freeform 6">
              <a:extLst>
                <a:ext uri="{FF2B5EF4-FFF2-40B4-BE49-F238E27FC236}">
                  <a16:creationId xmlns:a16="http://schemas.microsoft.com/office/drawing/2014/main" id="{F098087A-B4E4-4300-A841-44988BD88E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3" name="Freeform 7">
              <a:extLst>
                <a:ext uri="{FF2B5EF4-FFF2-40B4-BE49-F238E27FC236}">
                  <a16:creationId xmlns:a16="http://schemas.microsoft.com/office/drawing/2014/main" id="{F5BD5F4B-A39C-4DF9-84E4-A4D33F30E6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 name="Freeform 8">
              <a:extLst>
                <a:ext uri="{FF2B5EF4-FFF2-40B4-BE49-F238E27FC236}">
                  <a16:creationId xmlns:a16="http://schemas.microsoft.com/office/drawing/2014/main" id="{D7FA9858-BFA0-4D5B-AF72-B1B65EB069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 name="Freeform 9">
              <a:extLst>
                <a:ext uri="{FF2B5EF4-FFF2-40B4-BE49-F238E27FC236}">
                  <a16:creationId xmlns:a16="http://schemas.microsoft.com/office/drawing/2014/main" id="{A508A5F3-AFE0-4750-A9C2-B51A514FFC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 name="Freeform 10">
              <a:extLst>
                <a:ext uri="{FF2B5EF4-FFF2-40B4-BE49-F238E27FC236}">
                  <a16:creationId xmlns:a16="http://schemas.microsoft.com/office/drawing/2014/main" id="{92B4AAEB-ABF4-42A7-BE52-0B442190D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 name="Freeform 11">
              <a:extLst>
                <a:ext uri="{FF2B5EF4-FFF2-40B4-BE49-F238E27FC236}">
                  <a16:creationId xmlns:a16="http://schemas.microsoft.com/office/drawing/2014/main" id="{3767C370-4A42-4376-8CAE-606C4BC8F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 name="Freeform 12">
              <a:extLst>
                <a:ext uri="{FF2B5EF4-FFF2-40B4-BE49-F238E27FC236}">
                  <a16:creationId xmlns:a16="http://schemas.microsoft.com/office/drawing/2014/main" id="{36205F53-9C95-4954-B97C-1625BB8A35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 name="Freeform 13">
              <a:extLst>
                <a:ext uri="{FF2B5EF4-FFF2-40B4-BE49-F238E27FC236}">
                  <a16:creationId xmlns:a16="http://schemas.microsoft.com/office/drawing/2014/main" id="{DC80B58E-3469-43E9-96FC-D747B69830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 name="Freeform 14">
              <a:extLst>
                <a:ext uri="{FF2B5EF4-FFF2-40B4-BE49-F238E27FC236}">
                  <a16:creationId xmlns:a16="http://schemas.microsoft.com/office/drawing/2014/main" id="{E17A4ED2-DDD7-4B4D-A39C-9B0121C88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 name="Freeform 15">
              <a:extLst>
                <a:ext uri="{FF2B5EF4-FFF2-40B4-BE49-F238E27FC236}">
                  <a16:creationId xmlns:a16="http://schemas.microsoft.com/office/drawing/2014/main" id="{A2C14A85-E7A9-4E1D-809F-20F5CFA788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 name="Line 16">
              <a:extLst>
                <a:ext uri="{FF2B5EF4-FFF2-40B4-BE49-F238E27FC236}">
                  <a16:creationId xmlns:a16="http://schemas.microsoft.com/office/drawing/2014/main" id="{F3D51E32-9399-4B7F-8D91-BF9A068B834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3" name="Freeform 17">
              <a:extLst>
                <a:ext uri="{FF2B5EF4-FFF2-40B4-BE49-F238E27FC236}">
                  <a16:creationId xmlns:a16="http://schemas.microsoft.com/office/drawing/2014/main" id="{9969F9D2-502D-4C1D-ABA5-02B1BF2A00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 name="Freeform 18">
              <a:extLst>
                <a:ext uri="{FF2B5EF4-FFF2-40B4-BE49-F238E27FC236}">
                  <a16:creationId xmlns:a16="http://schemas.microsoft.com/office/drawing/2014/main" id="{4AE555C6-5623-478A-BF35-63E9929A3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5" name="Freeform 19">
              <a:extLst>
                <a:ext uri="{FF2B5EF4-FFF2-40B4-BE49-F238E27FC236}">
                  <a16:creationId xmlns:a16="http://schemas.microsoft.com/office/drawing/2014/main" id="{A3D3AED4-A69E-4301-9BB4-436DC5F0C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6" name="Freeform 20">
              <a:extLst>
                <a:ext uri="{FF2B5EF4-FFF2-40B4-BE49-F238E27FC236}">
                  <a16:creationId xmlns:a16="http://schemas.microsoft.com/office/drawing/2014/main" id="{C3B8082C-2D81-48D7-8B45-85B7C89296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 name="Rectangle 21">
              <a:extLst>
                <a:ext uri="{FF2B5EF4-FFF2-40B4-BE49-F238E27FC236}">
                  <a16:creationId xmlns:a16="http://schemas.microsoft.com/office/drawing/2014/main" id="{9AD35461-BA86-408B-8A29-244EB2F2FB5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28" name="Freeform 22">
              <a:extLst>
                <a:ext uri="{FF2B5EF4-FFF2-40B4-BE49-F238E27FC236}">
                  <a16:creationId xmlns:a16="http://schemas.microsoft.com/office/drawing/2014/main" id="{F238E495-B6C6-4857-899B-CDD584831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 name="Freeform 23">
              <a:extLst>
                <a:ext uri="{FF2B5EF4-FFF2-40B4-BE49-F238E27FC236}">
                  <a16:creationId xmlns:a16="http://schemas.microsoft.com/office/drawing/2014/main" id="{E20A751E-054C-4EC2-8DA3-0EC923A6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 name="Freeform 24">
              <a:extLst>
                <a:ext uri="{FF2B5EF4-FFF2-40B4-BE49-F238E27FC236}">
                  <a16:creationId xmlns:a16="http://schemas.microsoft.com/office/drawing/2014/main" id="{B6E8E701-3D21-4E5C-AB6E-9A7404697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 name="Freeform 25">
              <a:extLst>
                <a:ext uri="{FF2B5EF4-FFF2-40B4-BE49-F238E27FC236}">
                  <a16:creationId xmlns:a16="http://schemas.microsoft.com/office/drawing/2014/main" id="{431BDA41-D09D-4984-B888-756F5F81B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 name="Freeform 26">
              <a:extLst>
                <a:ext uri="{FF2B5EF4-FFF2-40B4-BE49-F238E27FC236}">
                  <a16:creationId xmlns:a16="http://schemas.microsoft.com/office/drawing/2014/main" id="{0DC943D2-20E4-4C00-82D2-D405A7C00B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 name="Freeform 27">
              <a:extLst>
                <a:ext uri="{FF2B5EF4-FFF2-40B4-BE49-F238E27FC236}">
                  <a16:creationId xmlns:a16="http://schemas.microsoft.com/office/drawing/2014/main" id="{4BC34A74-80A2-4DE1-8ADC-BBD1709035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 name="Freeform 28">
              <a:extLst>
                <a:ext uri="{FF2B5EF4-FFF2-40B4-BE49-F238E27FC236}">
                  <a16:creationId xmlns:a16="http://schemas.microsoft.com/office/drawing/2014/main" id="{C6C3CA25-431F-4E26-952D-4AA9C4C725C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 name="Freeform 29">
              <a:extLst>
                <a:ext uri="{FF2B5EF4-FFF2-40B4-BE49-F238E27FC236}">
                  <a16:creationId xmlns:a16="http://schemas.microsoft.com/office/drawing/2014/main" id="{776D1836-82AE-40EF-9829-C6B8D2CF0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 name="Freeform 30">
              <a:extLst>
                <a:ext uri="{FF2B5EF4-FFF2-40B4-BE49-F238E27FC236}">
                  <a16:creationId xmlns:a16="http://schemas.microsoft.com/office/drawing/2014/main" id="{9A8E397E-ADF9-45C1-98F4-3F5A86378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7" name="Freeform 31">
              <a:extLst>
                <a:ext uri="{FF2B5EF4-FFF2-40B4-BE49-F238E27FC236}">
                  <a16:creationId xmlns:a16="http://schemas.microsoft.com/office/drawing/2014/main" id="{DE07CFD9-357F-40BC-A792-CE874BFE50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
        <p:nvSpPr>
          <p:cNvPr id="2" name="Title 1">
            <a:extLst>
              <a:ext uri="{FF2B5EF4-FFF2-40B4-BE49-F238E27FC236}">
                <a16:creationId xmlns:a16="http://schemas.microsoft.com/office/drawing/2014/main" id="{8D39DD0F-2FDF-0601-83C9-EC605F107100}"/>
              </a:ext>
            </a:extLst>
          </p:cNvPr>
          <p:cNvSpPr>
            <a:spLocks noGrp="1"/>
          </p:cNvSpPr>
          <p:nvPr>
            <p:ph type="title"/>
          </p:nvPr>
        </p:nvSpPr>
        <p:spPr>
          <a:xfrm>
            <a:off x="1141413" y="1082673"/>
            <a:ext cx="2869416" cy="4708528"/>
          </a:xfrm>
        </p:spPr>
        <p:txBody>
          <a:bodyPr>
            <a:normAutofit/>
          </a:bodyPr>
          <a:lstStyle/>
          <a:p>
            <a:pPr algn="r"/>
            <a:r>
              <a:rPr lang="en-US" sz="3700"/>
              <a:t>Project  discerption </a:t>
            </a:r>
          </a:p>
        </p:txBody>
      </p:sp>
      <p:cxnSp>
        <p:nvCxnSpPr>
          <p:cNvPr id="39" name="Straight Connector 38">
            <a:extLst>
              <a:ext uri="{FF2B5EF4-FFF2-40B4-BE49-F238E27FC236}">
                <a16:creationId xmlns:a16="http://schemas.microsoft.com/office/drawing/2014/main" id="{085ECEC0-FF5D-4348-92C7-1EA7C61E77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454684"/>
            <a:ext cx="0" cy="3649129"/>
          </a:xfrm>
          <a:prstGeom prst="line">
            <a:avLst/>
          </a:prstGeom>
          <a:ln w="25400">
            <a:solidFill>
              <a:schemeClr val="tx1">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FCB22F7-5467-3378-D011-5AAB5EE38F65}"/>
              </a:ext>
            </a:extLst>
          </p:cNvPr>
          <p:cNvSpPr>
            <a:spLocks noGrp="1"/>
          </p:cNvSpPr>
          <p:nvPr>
            <p:ph idx="1"/>
          </p:nvPr>
        </p:nvSpPr>
        <p:spPr>
          <a:xfrm>
            <a:off x="4744785" y="1082673"/>
            <a:ext cx="6304215" cy="4708528"/>
          </a:xfrm>
        </p:spPr>
        <p:txBody>
          <a:bodyPr anchor="ctr">
            <a:normAutofit/>
          </a:bodyPr>
          <a:lstStyle/>
          <a:p>
            <a:r>
              <a:rPr lang="en-US" sz="1800" dirty="0"/>
              <a:t>The Simple Library Management System simplifies library operations, allowing easy book and patron management. It ensures data accuracy, offers intuitive interfaces, and uses Object-Oriented Programming principles. Future plans involve database integration for scalability and data persistence.</a:t>
            </a:r>
          </a:p>
        </p:txBody>
      </p:sp>
      <p:grpSp>
        <p:nvGrpSpPr>
          <p:cNvPr id="41" name="Group 40">
            <a:extLst>
              <a:ext uri="{FF2B5EF4-FFF2-40B4-BE49-F238E27FC236}">
                <a16:creationId xmlns:a16="http://schemas.microsoft.com/office/drawing/2014/main" id="{F4E035BE-9FF4-43D3-BC25-CF582D7FF8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solidFill>
            <a:schemeClr val="tx1">
              <a:alpha val="60000"/>
            </a:schemeClr>
          </a:solidFill>
        </p:grpSpPr>
        <p:sp>
          <p:nvSpPr>
            <p:cNvPr id="42" name="Freeform 32">
              <a:extLst>
                <a:ext uri="{FF2B5EF4-FFF2-40B4-BE49-F238E27FC236}">
                  <a16:creationId xmlns:a16="http://schemas.microsoft.com/office/drawing/2014/main" id="{F98BCEB2-EC20-4E84-A994-0AC37292C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3" name="Freeform 33">
              <a:extLst>
                <a:ext uri="{FF2B5EF4-FFF2-40B4-BE49-F238E27FC236}">
                  <a16:creationId xmlns:a16="http://schemas.microsoft.com/office/drawing/2014/main" id="{7A2E1821-AEDF-417E-9F17-83379E9C09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4" name="Freeform 34">
              <a:extLst>
                <a:ext uri="{FF2B5EF4-FFF2-40B4-BE49-F238E27FC236}">
                  <a16:creationId xmlns:a16="http://schemas.microsoft.com/office/drawing/2014/main" id="{CB3734E2-8292-4B47-B6AB-0E5A058DE9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5" name="Freeform 35">
              <a:extLst>
                <a:ext uri="{FF2B5EF4-FFF2-40B4-BE49-F238E27FC236}">
                  <a16:creationId xmlns:a16="http://schemas.microsoft.com/office/drawing/2014/main" id="{A0B09C51-29AB-45C0-B707-CCFB9DF280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6" name="Freeform 36">
              <a:extLst>
                <a:ext uri="{FF2B5EF4-FFF2-40B4-BE49-F238E27FC236}">
                  <a16:creationId xmlns:a16="http://schemas.microsoft.com/office/drawing/2014/main" id="{510C0CED-AE1B-45AE-B5E1-57521E589D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7" name="Freeform 37">
              <a:extLst>
                <a:ext uri="{FF2B5EF4-FFF2-40B4-BE49-F238E27FC236}">
                  <a16:creationId xmlns:a16="http://schemas.microsoft.com/office/drawing/2014/main" id="{591F2327-4B45-41AA-B41C-7404B6A1E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8" name="Freeform 38">
              <a:extLst>
                <a:ext uri="{FF2B5EF4-FFF2-40B4-BE49-F238E27FC236}">
                  <a16:creationId xmlns:a16="http://schemas.microsoft.com/office/drawing/2014/main" id="{5A63224C-41A0-42C0-96F6-0B2BE99A13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9" name="Freeform 39">
              <a:extLst>
                <a:ext uri="{FF2B5EF4-FFF2-40B4-BE49-F238E27FC236}">
                  <a16:creationId xmlns:a16="http://schemas.microsoft.com/office/drawing/2014/main" id="{A7C00B9F-C253-4776-9935-EC02254A4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0" name="Freeform 40">
              <a:extLst>
                <a:ext uri="{FF2B5EF4-FFF2-40B4-BE49-F238E27FC236}">
                  <a16:creationId xmlns:a16="http://schemas.microsoft.com/office/drawing/2014/main" id="{5062D4AA-13F3-4064-8440-FFE8562D85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1" name="Rectangle 41">
              <a:extLst>
                <a:ext uri="{FF2B5EF4-FFF2-40B4-BE49-F238E27FC236}">
                  <a16:creationId xmlns:a16="http://schemas.microsoft.com/office/drawing/2014/main" id="{3E143B27-CB82-440B-879B-D25C1891C1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grpSp>
    </p:spTree>
    <p:extLst>
      <p:ext uri="{BB962C8B-B14F-4D97-AF65-F5344CB8AC3E}">
        <p14:creationId xmlns:p14="http://schemas.microsoft.com/office/powerpoint/2010/main" val="14664824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77092-6CBA-AC96-5105-2B5029BB6972}"/>
              </a:ext>
            </a:extLst>
          </p:cNvPr>
          <p:cNvSpPr>
            <a:spLocks noGrp="1"/>
          </p:cNvSpPr>
          <p:nvPr>
            <p:ph type="title"/>
          </p:nvPr>
        </p:nvSpPr>
        <p:spPr>
          <a:xfrm>
            <a:off x="1141413" y="618518"/>
            <a:ext cx="9905998" cy="1478570"/>
          </a:xfrm>
        </p:spPr>
        <p:txBody>
          <a:bodyPr>
            <a:normAutofit/>
          </a:bodyPr>
          <a:lstStyle/>
          <a:p>
            <a:r>
              <a:rPr lang="en-US" sz="1400" dirty="0"/>
              <a:t>This program will solve :</a:t>
            </a:r>
            <a:br>
              <a:rPr lang="en-US" sz="1400"/>
            </a:br>
            <a:br>
              <a:rPr lang="en-US" sz="1400"/>
            </a:br>
            <a:r>
              <a:rPr lang="en-US" sz="1400" dirty="0">
                <a:latin typeface="Abadi" panose="020B0604020104020204" pitchFamily="34" charset="0"/>
              </a:rPr>
              <a:t>1. Sorting Algorithm </a:t>
            </a:r>
            <a:r>
              <a:rPr lang="en-US" sz="1400" cap="none" dirty="0">
                <a:latin typeface="Abadi" panose="020B0604020104020204" pitchFamily="34" charset="0"/>
              </a:rPr>
              <a:t>: used to arrange books alphabetically by title or author, enabling efficient browsing for patrons.</a:t>
            </a:r>
            <a:br>
              <a:rPr lang="en-US" sz="1400" cap="none">
                <a:latin typeface="Abadi" panose="020B0604020104020204" pitchFamily="34" charset="0"/>
              </a:rPr>
            </a:br>
            <a:br>
              <a:rPr lang="en-US" sz="1400" dirty="0">
                <a:latin typeface="Abadi" panose="020B0604020104020204" pitchFamily="34" charset="0"/>
              </a:rPr>
            </a:br>
            <a:r>
              <a:rPr lang="en-US" sz="1400" dirty="0">
                <a:latin typeface="Abadi" panose="020B0604020104020204" pitchFamily="34" charset="0"/>
              </a:rPr>
              <a:t>2. Book Recommendation Algorithm : </a:t>
            </a:r>
            <a:r>
              <a:rPr lang="en-US" sz="1400" cap="none" dirty="0">
                <a:latin typeface="Abadi" panose="020B0604020104020204" pitchFamily="34" charset="0"/>
              </a:rPr>
              <a:t>suggests books to patrons based on their interests and borrowing history, enhancing their library experience.</a:t>
            </a:r>
            <a:endParaRPr lang="en-US" sz="1400" dirty="0">
              <a:latin typeface="Abadi" panose="020B0604020104020204" pitchFamily="34" charset="0"/>
            </a:endParaRPr>
          </a:p>
        </p:txBody>
      </p:sp>
      <p:graphicFrame>
        <p:nvGraphicFramePr>
          <p:cNvPr id="83" name="Content Placeholder 2">
            <a:extLst>
              <a:ext uri="{FF2B5EF4-FFF2-40B4-BE49-F238E27FC236}">
                <a16:creationId xmlns:a16="http://schemas.microsoft.com/office/drawing/2014/main" id="{757694F3-4692-B2A1-A8B1-CE6D3E07FB3C}"/>
              </a:ext>
            </a:extLst>
          </p:cNvPr>
          <p:cNvGraphicFramePr>
            <a:graphicFrameLocks/>
          </p:cNvGraphicFramePr>
          <p:nvPr>
            <p:extLst>
              <p:ext uri="{D42A27DB-BD31-4B8C-83A1-F6EECF244321}">
                <p14:modId xmlns:p14="http://schemas.microsoft.com/office/powerpoint/2010/main" val="3186352955"/>
              </p:ext>
            </p:extLst>
          </p:nvPr>
        </p:nvGraphicFramePr>
        <p:xfrm>
          <a:off x="3465370" y="2702300"/>
          <a:ext cx="5498660" cy="28592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A95CB655-22B4-5DE0-267B-20684CF96CFC}"/>
              </a:ext>
            </a:extLst>
          </p:cNvPr>
          <p:cNvSpPr txBox="1"/>
          <p:nvPr/>
        </p:nvSpPr>
        <p:spPr>
          <a:xfrm>
            <a:off x="2624063" y="2418820"/>
            <a:ext cx="6940699" cy="767582"/>
          </a:xfrm>
          <a:prstGeom prst="rect">
            <a:avLst/>
          </a:prstGeom>
          <a:noFill/>
        </p:spPr>
        <p:txBody>
          <a:bodyPr wrap="square" rtlCol="0">
            <a:spAutoFit/>
          </a:bodyPr>
          <a:lstStyle/>
          <a:p>
            <a:pPr algn="ctr" defTabSz="397764">
              <a:spcAft>
                <a:spcPts val="600"/>
              </a:spcAft>
            </a:pPr>
            <a:r>
              <a:rPr lang="en-US" sz="2088" i="1" kern="1200">
                <a:solidFill>
                  <a:srgbClr val="FFC000"/>
                </a:solidFill>
                <a:effectLst>
                  <a:outerShdw blurRad="50800" dist="38100" algn="l" rotWithShape="0">
                    <a:prstClr val="black">
                      <a:alpha val="40000"/>
                    </a:prstClr>
                  </a:outerShdw>
                </a:effectLst>
                <a:latin typeface="+mn-lt"/>
                <a:ea typeface="+mn-ea"/>
                <a:cs typeface="+mn-cs"/>
              </a:rPr>
              <a:t>benefits of the library management system program</a:t>
            </a:r>
          </a:p>
          <a:p>
            <a:pPr>
              <a:spcAft>
                <a:spcPts val="600"/>
              </a:spcAft>
            </a:pPr>
            <a:endParaRPr lang="en-US"/>
          </a:p>
        </p:txBody>
      </p:sp>
    </p:spTree>
    <p:extLst>
      <p:ext uri="{BB962C8B-B14F-4D97-AF65-F5344CB8AC3E}">
        <p14:creationId xmlns:p14="http://schemas.microsoft.com/office/powerpoint/2010/main" val="652765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42" name="Picture 2">
            <a:extLst>
              <a:ext uri="{FF2B5EF4-FFF2-40B4-BE49-F238E27FC236}">
                <a16:creationId xmlns:a16="http://schemas.microsoft.com/office/drawing/2014/main" id="{59FACE42-44B0-4185-8ED4-9043A78C860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nvGrpSpPr>
          <p:cNvPr id="144" name="Group 143">
            <a:extLst>
              <a:ext uri="{FF2B5EF4-FFF2-40B4-BE49-F238E27FC236}">
                <a16:creationId xmlns:a16="http://schemas.microsoft.com/office/drawing/2014/main" id="{A838DBA2-246D-4087-AE0A-6EA2B4B65A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45" name="Group 144">
              <a:extLst>
                <a:ext uri="{FF2B5EF4-FFF2-40B4-BE49-F238E27FC236}">
                  <a16:creationId xmlns:a16="http://schemas.microsoft.com/office/drawing/2014/main" id="{B4406F95-9579-494D-BE1E-A012A7F4CB3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57" name="Rectangle 5">
                <a:extLst>
                  <a:ext uri="{FF2B5EF4-FFF2-40B4-BE49-F238E27FC236}">
                    <a16:creationId xmlns:a16="http://schemas.microsoft.com/office/drawing/2014/main" id="{4C8D671A-5C73-44CA-B6D0-7F3BC195BA6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sp>
            <p:nvSpPr>
              <p:cNvPr id="158" name="Freeform 6">
                <a:extLst>
                  <a:ext uri="{FF2B5EF4-FFF2-40B4-BE49-F238E27FC236}">
                    <a16:creationId xmlns:a16="http://schemas.microsoft.com/office/drawing/2014/main" id="{F0DB3AC8-B5AD-4004-B0B9-74B58BECA0C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59" name="Freeform 7">
                <a:extLst>
                  <a:ext uri="{FF2B5EF4-FFF2-40B4-BE49-F238E27FC236}">
                    <a16:creationId xmlns:a16="http://schemas.microsoft.com/office/drawing/2014/main" id="{F3B2C8F3-E236-45B2-B2E1-8460F8FD6D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60" name="Freeform 8">
                <a:extLst>
                  <a:ext uri="{FF2B5EF4-FFF2-40B4-BE49-F238E27FC236}">
                    <a16:creationId xmlns:a16="http://schemas.microsoft.com/office/drawing/2014/main" id="{761EE3AC-0BC2-4A29-AD58-5CB0EEFF9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61" name="Freeform 9">
                <a:extLst>
                  <a:ext uri="{FF2B5EF4-FFF2-40B4-BE49-F238E27FC236}">
                    <a16:creationId xmlns:a16="http://schemas.microsoft.com/office/drawing/2014/main" id="{38DC43BE-83DD-43F3-A21F-9B58B1074F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62" name="Freeform 10">
                <a:extLst>
                  <a:ext uri="{FF2B5EF4-FFF2-40B4-BE49-F238E27FC236}">
                    <a16:creationId xmlns:a16="http://schemas.microsoft.com/office/drawing/2014/main" id="{112583CE-53E8-48F6-9F71-25A32BFD6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63" name="Freeform 11">
                <a:extLst>
                  <a:ext uri="{FF2B5EF4-FFF2-40B4-BE49-F238E27FC236}">
                    <a16:creationId xmlns:a16="http://schemas.microsoft.com/office/drawing/2014/main" id="{229A7966-2C4F-4334-8FB7-08521F984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64" name="Freeform 12">
                <a:extLst>
                  <a:ext uri="{FF2B5EF4-FFF2-40B4-BE49-F238E27FC236}">
                    <a16:creationId xmlns:a16="http://schemas.microsoft.com/office/drawing/2014/main" id="{656FCF6A-DF5B-42AA-83C4-22CD7B9947D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65" name="Freeform 13">
                <a:extLst>
                  <a:ext uri="{FF2B5EF4-FFF2-40B4-BE49-F238E27FC236}">
                    <a16:creationId xmlns:a16="http://schemas.microsoft.com/office/drawing/2014/main" id="{E908B3EE-F31D-4E8D-BF3C-71F5B35F02F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66" name="Freeform 14">
                <a:extLst>
                  <a:ext uri="{FF2B5EF4-FFF2-40B4-BE49-F238E27FC236}">
                    <a16:creationId xmlns:a16="http://schemas.microsoft.com/office/drawing/2014/main" id="{DA9F96D7-B42C-4F80-8F26-72388FE0C2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67" name="Freeform 15">
                <a:extLst>
                  <a:ext uri="{FF2B5EF4-FFF2-40B4-BE49-F238E27FC236}">
                    <a16:creationId xmlns:a16="http://schemas.microsoft.com/office/drawing/2014/main" id="{5C9D5861-5A45-408A-A25E-61ED661AD7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68" name="Line 16">
                <a:extLst>
                  <a:ext uri="{FF2B5EF4-FFF2-40B4-BE49-F238E27FC236}">
                    <a16:creationId xmlns:a16="http://schemas.microsoft.com/office/drawing/2014/main" id="{DEEF5DD7-13B2-4CBB-A1AE-193A618B0F0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169" name="Freeform 17">
                <a:extLst>
                  <a:ext uri="{FF2B5EF4-FFF2-40B4-BE49-F238E27FC236}">
                    <a16:creationId xmlns:a16="http://schemas.microsoft.com/office/drawing/2014/main" id="{3D896DDA-5AD2-4360-9E65-A79213105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70" name="Freeform 18">
                <a:extLst>
                  <a:ext uri="{FF2B5EF4-FFF2-40B4-BE49-F238E27FC236}">
                    <a16:creationId xmlns:a16="http://schemas.microsoft.com/office/drawing/2014/main" id="{C088F3B1-D893-4078-8EAE-6A3776F67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71" name="Freeform 19">
                <a:extLst>
                  <a:ext uri="{FF2B5EF4-FFF2-40B4-BE49-F238E27FC236}">
                    <a16:creationId xmlns:a16="http://schemas.microsoft.com/office/drawing/2014/main" id="{23CCB367-42E1-4DEF-BABD-7457EB9F28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72" name="Freeform 20">
                <a:extLst>
                  <a:ext uri="{FF2B5EF4-FFF2-40B4-BE49-F238E27FC236}">
                    <a16:creationId xmlns:a16="http://schemas.microsoft.com/office/drawing/2014/main" id="{BAFD46CE-CD21-4C8E-8ACE-B1A0B74A904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73" name="Rectangle 21">
                <a:extLst>
                  <a:ext uri="{FF2B5EF4-FFF2-40B4-BE49-F238E27FC236}">
                    <a16:creationId xmlns:a16="http://schemas.microsoft.com/office/drawing/2014/main" id="{23980A26-1FFF-4434-A77C-C5A1C96A54B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sp>
            <p:nvSpPr>
              <p:cNvPr id="174" name="Freeform 22">
                <a:extLst>
                  <a:ext uri="{FF2B5EF4-FFF2-40B4-BE49-F238E27FC236}">
                    <a16:creationId xmlns:a16="http://schemas.microsoft.com/office/drawing/2014/main" id="{AE64C1E5-E917-4222-8080-3EF831FB46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75" name="Freeform 23">
                <a:extLst>
                  <a:ext uri="{FF2B5EF4-FFF2-40B4-BE49-F238E27FC236}">
                    <a16:creationId xmlns:a16="http://schemas.microsoft.com/office/drawing/2014/main" id="{D4D42DE6-99E5-4D28-834E-6601A7DD93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76" name="Freeform 24">
                <a:extLst>
                  <a:ext uri="{FF2B5EF4-FFF2-40B4-BE49-F238E27FC236}">
                    <a16:creationId xmlns:a16="http://schemas.microsoft.com/office/drawing/2014/main" id="{194304B3-4C44-49E0-A677-19E2DA8CC9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77" name="Freeform 25">
                <a:extLst>
                  <a:ext uri="{FF2B5EF4-FFF2-40B4-BE49-F238E27FC236}">
                    <a16:creationId xmlns:a16="http://schemas.microsoft.com/office/drawing/2014/main" id="{C726387F-F77D-4FB6-A177-1DC6115E8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78" name="Freeform 26">
                <a:extLst>
                  <a:ext uri="{FF2B5EF4-FFF2-40B4-BE49-F238E27FC236}">
                    <a16:creationId xmlns:a16="http://schemas.microsoft.com/office/drawing/2014/main" id="{2F09766D-0653-4646-BA37-8FC23294BA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79" name="Freeform 27">
                <a:extLst>
                  <a:ext uri="{FF2B5EF4-FFF2-40B4-BE49-F238E27FC236}">
                    <a16:creationId xmlns:a16="http://schemas.microsoft.com/office/drawing/2014/main" id="{F50D9867-C9E0-462B-894F-B2F97E26AC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80" name="Freeform 28">
                <a:extLst>
                  <a:ext uri="{FF2B5EF4-FFF2-40B4-BE49-F238E27FC236}">
                    <a16:creationId xmlns:a16="http://schemas.microsoft.com/office/drawing/2014/main" id="{44179987-9B3B-4BC1-9BDA-EC9F30A3794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81" name="Freeform 29">
                <a:extLst>
                  <a:ext uri="{FF2B5EF4-FFF2-40B4-BE49-F238E27FC236}">
                    <a16:creationId xmlns:a16="http://schemas.microsoft.com/office/drawing/2014/main" id="{EF0E5480-8C2D-4FFE-9357-938DF0642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82" name="Freeform 30">
                <a:extLst>
                  <a:ext uri="{FF2B5EF4-FFF2-40B4-BE49-F238E27FC236}">
                    <a16:creationId xmlns:a16="http://schemas.microsoft.com/office/drawing/2014/main" id="{FDAC2F76-95E6-4EE4-8A26-47CDAE5C6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83" name="Freeform 31">
                <a:extLst>
                  <a:ext uri="{FF2B5EF4-FFF2-40B4-BE49-F238E27FC236}">
                    <a16:creationId xmlns:a16="http://schemas.microsoft.com/office/drawing/2014/main" id="{249EB4AA-5D5B-4A3A-9F2D-6E4EDF2046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grpSp>
        <p:grpSp>
          <p:nvGrpSpPr>
            <p:cNvPr id="146" name="Group 145">
              <a:extLst>
                <a:ext uri="{FF2B5EF4-FFF2-40B4-BE49-F238E27FC236}">
                  <a16:creationId xmlns:a16="http://schemas.microsoft.com/office/drawing/2014/main" id="{375D3DC5-0B19-4EA9-A350-6218AC28CD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47" name="Freeform 32">
                <a:extLst>
                  <a:ext uri="{FF2B5EF4-FFF2-40B4-BE49-F238E27FC236}">
                    <a16:creationId xmlns:a16="http://schemas.microsoft.com/office/drawing/2014/main" id="{86B5A458-9418-4EDA-9B6F-E4754ABA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48" name="Freeform 33">
                <a:extLst>
                  <a:ext uri="{FF2B5EF4-FFF2-40B4-BE49-F238E27FC236}">
                    <a16:creationId xmlns:a16="http://schemas.microsoft.com/office/drawing/2014/main" id="{6307D20D-BE6F-4BFD-8A35-230A01AD726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49" name="Freeform 34">
                <a:extLst>
                  <a:ext uri="{FF2B5EF4-FFF2-40B4-BE49-F238E27FC236}">
                    <a16:creationId xmlns:a16="http://schemas.microsoft.com/office/drawing/2014/main" id="{37A04039-8217-4B7F-8F43-4039DF087D8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50" name="Freeform 35">
                <a:extLst>
                  <a:ext uri="{FF2B5EF4-FFF2-40B4-BE49-F238E27FC236}">
                    <a16:creationId xmlns:a16="http://schemas.microsoft.com/office/drawing/2014/main" id="{CA6CE641-5DEB-4A06-B9C3-B726A334C2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51" name="Freeform 36">
                <a:extLst>
                  <a:ext uri="{FF2B5EF4-FFF2-40B4-BE49-F238E27FC236}">
                    <a16:creationId xmlns:a16="http://schemas.microsoft.com/office/drawing/2014/main" id="{D08C7C1C-DF39-4479-94BD-47E71DE4221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52" name="Freeform 37">
                <a:extLst>
                  <a:ext uri="{FF2B5EF4-FFF2-40B4-BE49-F238E27FC236}">
                    <a16:creationId xmlns:a16="http://schemas.microsoft.com/office/drawing/2014/main" id="{27C5EAA7-E449-48C0-9B14-E677E6ECF8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53" name="Freeform 38">
                <a:extLst>
                  <a:ext uri="{FF2B5EF4-FFF2-40B4-BE49-F238E27FC236}">
                    <a16:creationId xmlns:a16="http://schemas.microsoft.com/office/drawing/2014/main" id="{AA6A8A39-39D4-41FE-9974-CB46106A73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54" name="Freeform 39">
                <a:extLst>
                  <a:ext uri="{FF2B5EF4-FFF2-40B4-BE49-F238E27FC236}">
                    <a16:creationId xmlns:a16="http://schemas.microsoft.com/office/drawing/2014/main" id="{433C6D82-AE91-4A0C-97C6-34399C908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55" name="Freeform 40">
                <a:extLst>
                  <a:ext uri="{FF2B5EF4-FFF2-40B4-BE49-F238E27FC236}">
                    <a16:creationId xmlns:a16="http://schemas.microsoft.com/office/drawing/2014/main" id="{D4C06E36-D233-423A-BC95-5B4D5BE35C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56" name="Rectangle 41">
                <a:extLst>
                  <a:ext uri="{FF2B5EF4-FFF2-40B4-BE49-F238E27FC236}">
                    <a16:creationId xmlns:a16="http://schemas.microsoft.com/office/drawing/2014/main" id="{E1B0EEC1-CF7A-4761-B477-941DB41A83D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grpSp>
      </p:grpSp>
      <p:sp>
        <p:nvSpPr>
          <p:cNvPr id="2" name="Title 1">
            <a:extLst>
              <a:ext uri="{FF2B5EF4-FFF2-40B4-BE49-F238E27FC236}">
                <a16:creationId xmlns:a16="http://schemas.microsoft.com/office/drawing/2014/main" id="{817BD306-7F56-70A9-57F6-B79962A6DEE4}"/>
              </a:ext>
            </a:extLst>
          </p:cNvPr>
          <p:cNvSpPr>
            <a:spLocks noGrp="1"/>
          </p:cNvSpPr>
          <p:nvPr>
            <p:ph type="title"/>
          </p:nvPr>
        </p:nvSpPr>
        <p:spPr>
          <a:xfrm>
            <a:off x="1141413" y="618518"/>
            <a:ext cx="9905998" cy="1478570"/>
          </a:xfrm>
        </p:spPr>
        <p:txBody>
          <a:bodyPr vert="horz" lIns="91440" tIns="45720" rIns="91440" bIns="45720" rtlCol="0" anchor="ctr">
            <a:normAutofit/>
          </a:bodyPr>
          <a:lstStyle/>
          <a:p>
            <a:pPr algn="ctr"/>
            <a:r>
              <a:rPr lang="en-US" sz="3600" b="1" dirty="0">
                <a:effectLst/>
              </a:rPr>
              <a:t>IMPLEMENT CLASSES FOR THE FOLLOWING ENTITIES</a:t>
            </a:r>
            <a:endParaRPr lang="en-US" sz="3600" dirty="0"/>
          </a:p>
        </p:txBody>
      </p:sp>
      <p:pic>
        <p:nvPicPr>
          <p:cNvPr id="55" name="Picture 54">
            <a:extLst>
              <a:ext uri="{FF2B5EF4-FFF2-40B4-BE49-F238E27FC236}">
                <a16:creationId xmlns:a16="http://schemas.microsoft.com/office/drawing/2014/main" id="{C9F36809-1ED0-BDA4-39F9-345F38A729DD}"/>
              </a:ext>
            </a:extLst>
          </p:cNvPr>
          <p:cNvPicPr>
            <a:picLocks noChangeAspect="1"/>
          </p:cNvPicPr>
          <p:nvPr/>
        </p:nvPicPr>
        <p:blipFill rotWithShape="1">
          <a:blip r:embed="rId4"/>
          <a:srcRect t="2059" r="-3" b="-3"/>
          <a:stretch/>
        </p:blipFill>
        <p:spPr>
          <a:xfrm>
            <a:off x="1248652" y="2496398"/>
            <a:ext cx="4662140" cy="3047892"/>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
        <p:nvSpPr>
          <p:cNvPr id="4" name="Text Placeholder 3">
            <a:extLst>
              <a:ext uri="{FF2B5EF4-FFF2-40B4-BE49-F238E27FC236}">
                <a16:creationId xmlns:a16="http://schemas.microsoft.com/office/drawing/2014/main" id="{2520284D-9DED-34C4-E1D5-FDABB6F1A928}"/>
              </a:ext>
            </a:extLst>
          </p:cNvPr>
          <p:cNvSpPr>
            <a:spLocks noGrp="1"/>
          </p:cNvSpPr>
          <p:nvPr>
            <p:ph type="body" sz="half" idx="2"/>
          </p:nvPr>
        </p:nvSpPr>
        <p:spPr>
          <a:xfrm>
            <a:off x="6204479" y="2249487"/>
            <a:ext cx="4844521" cy="3541714"/>
          </a:xfrm>
        </p:spPr>
        <p:txBody>
          <a:bodyPr vert="horz" lIns="91440" tIns="45720" rIns="91440" bIns="45720" rtlCol="0" anchor="ctr">
            <a:normAutofit/>
          </a:bodyPr>
          <a:lstStyle/>
          <a:p>
            <a:pPr marL="342900" marR="0" lvl="0" indent="-228600">
              <a:spcBef>
                <a:spcPts val="0"/>
              </a:spcBef>
              <a:spcAft>
                <a:spcPts val="0"/>
              </a:spcAft>
              <a:buFont typeface="Arial" panose="020B0604020202020204" pitchFamily="34" charset="0"/>
              <a:buChar char="•"/>
            </a:pPr>
            <a:r>
              <a:rPr lang="en-US" dirty="0">
                <a:effectLst/>
              </a:rPr>
              <a:t>Book: Represents a book with attributes such as title, author, Book ID , etc.</a:t>
            </a:r>
          </a:p>
          <a:p>
            <a:pPr marL="342900" marR="0" lvl="0" indent="-228600">
              <a:spcBef>
                <a:spcPts val="0"/>
              </a:spcBef>
              <a:spcAft>
                <a:spcPts val="0"/>
              </a:spcAft>
              <a:buFont typeface="Arial" panose="020B0604020202020204" pitchFamily="34" charset="0"/>
              <a:buChar char="•"/>
            </a:pPr>
            <a:endParaRPr lang="en-US" dirty="0">
              <a:effectLst/>
            </a:endParaRPr>
          </a:p>
          <a:p>
            <a:pPr marL="342900" marR="0" lvl="0" indent="-228600">
              <a:spcBef>
                <a:spcPts val="0"/>
              </a:spcBef>
              <a:spcAft>
                <a:spcPts val="0"/>
              </a:spcAft>
              <a:buFont typeface="Arial" panose="020B0604020202020204" pitchFamily="34" charset="0"/>
              <a:buChar char="•"/>
            </a:pPr>
            <a:r>
              <a:rPr lang="en-US" dirty="0">
                <a:effectLst/>
              </a:rPr>
              <a:t>Patron: Represents a library patron with attributes such as name, ID, etc.</a:t>
            </a:r>
          </a:p>
          <a:p>
            <a:pPr marL="342900" marR="0" lvl="0" indent="-228600">
              <a:spcBef>
                <a:spcPts val="0"/>
              </a:spcBef>
              <a:spcAft>
                <a:spcPts val="0"/>
              </a:spcAft>
              <a:buFont typeface="Arial" panose="020B0604020202020204" pitchFamily="34" charset="0"/>
              <a:buChar char="•"/>
            </a:pPr>
            <a:endParaRPr lang="en-US" dirty="0">
              <a:effectLst/>
            </a:endParaRPr>
          </a:p>
          <a:p>
            <a:pPr marL="342900" marR="0" lvl="0" indent="-228600">
              <a:spcBef>
                <a:spcPts val="0"/>
              </a:spcBef>
              <a:spcAft>
                <a:spcPts val="0"/>
              </a:spcAft>
              <a:buFont typeface="Arial" panose="020B0604020202020204" pitchFamily="34" charset="0"/>
              <a:buChar char="•"/>
            </a:pPr>
            <a:r>
              <a:rPr lang="en-US" dirty="0">
                <a:effectLst/>
              </a:rPr>
              <a:t>Library: Represents the library itself, responsible for managing books, patrons,.</a:t>
            </a:r>
          </a:p>
          <a:p>
            <a:pPr indent="-228600">
              <a:buFont typeface="Arial" panose="020B0604020202020204" pitchFamily="34" charset="0"/>
              <a:buChar char="•"/>
            </a:pPr>
            <a:endParaRPr lang="en-US" dirty="0"/>
          </a:p>
        </p:txBody>
      </p:sp>
    </p:spTree>
    <p:extLst>
      <p:ext uri="{BB962C8B-B14F-4D97-AF65-F5344CB8AC3E}">
        <p14:creationId xmlns:p14="http://schemas.microsoft.com/office/powerpoint/2010/main" val="1052013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7" name="Straight Connector 26">
            <a:extLst>
              <a:ext uri="{FF2B5EF4-FFF2-40B4-BE49-F238E27FC236}">
                <a16:creationId xmlns:a16="http://schemas.microsoft.com/office/drawing/2014/main" id="{DCD67800-37AC-4E14-89B0-F79DCB3FB8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165600"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581D1593-0F92-7003-D507-FF255A584A9B}"/>
              </a:ext>
            </a:extLst>
          </p:cNvPr>
          <p:cNvPicPr>
            <a:picLocks noChangeAspect="1"/>
          </p:cNvPicPr>
          <p:nvPr/>
        </p:nvPicPr>
        <p:blipFill>
          <a:blip r:embed="rId2"/>
          <a:stretch>
            <a:fillRect/>
          </a:stretch>
        </p:blipFill>
        <p:spPr>
          <a:xfrm>
            <a:off x="8288895" y="2071544"/>
            <a:ext cx="3537345" cy="2714911"/>
          </a:xfrm>
          <a:prstGeom prst="rect">
            <a:avLst/>
          </a:prstGeom>
        </p:spPr>
      </p:pic>
      <p:cxnSp>
        <p:nvCxnSpPr>
          <p:cNvPr id="28" name="Straight Connector 27">
            <a:extLst>
              <a:ext uri="{FF2B5EF4-FFF2-40B4-BE49-F238E27FC236}">
                <a16:creationId xmlns:a16="http://schemas.microsoft.com/office/drawing/2014/main" id="{20F1788F-A5AE-4188-8274-F7F2E3833E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995920"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B818CE6B-B44C-9272-9D70-56542D8D7D9D}"/>
              </a:ext>
            </a:extLst>
          </p:cNvPr>
          <p:cNvPicPr>
            <a:picLocks noChangeAspect="1"/>
          </p:cNvPicPr>
          <p:nvPr/>
        </p:nvPicPr>
        <p:blipFill>
          <a:blip r:embed="rId3"/>
          <a:stretch>
            <a:fillRect/>
          </a:stretch>
        </p:blipFill>
        <p:spPr>
          <a:xfrm>
            <a:off x="4310676" y="2139031"/>
            <a:ext cx="3517120" cy="2848867"/>
          </a:xfrm>
          <a:prstGeom prst="rect">
            <a:avLst/>
          </a:prstGeom>
        </p:spPr>
      </p:pic>
      <p:sp>
        <p:nvSpPr>
          <p:cNvPr id="20" name="TextBox 19">
            <a:extLst>
              <a:ext uri="{FF2B5EF4-FFF2-40B4-BE49-F238E27FC236}">
                <a16:creationId xmlns:a16="http://schemas.microsoft.com/office/drawing/2014/main" id="{97BA7632-4D1A-8C5A-AACC-C0E1C63209F6}"/>
              </a:ext>
            </a:extLst>
          </p:cNvPr>
          <p:cNvSpPr txBox="1"/>
          <p:nvPr/>
        </p:nvSpPr>
        <p:spPr>
          <a:xfrm>
            <a:off x="2438402" y="268941"/>
            <a:ext cx="6651810" cy="400110"/>
          </a:xfrm>
          <a:prstGeom prst="rect">
            <a:avLst/>
          </a:prstGeom>
          <a:noFill/>
        </p:spPr>
        <p:txBody>
          <a:bodyPr wrap="square" rtlCol="0">
            <a:spAutoFit/>
          </a:bodyPr>
          <a:lstStyle/>
          <a:p>
            <a:pPr algn="ctr"/>
            <a:r>
              <a:rPr lang="en-US" sz="2000" dirty="0">
                <a:solidFill>
                  <a:schemeClr val="accent2"/>
                </a:solidFill>
              </a:rPr>
              <a:t>Implements the class before the GUI </a:t>
            </a:r>
          </a:p>
        </p:txBody>
      </p:sp>
      <mc:AlternateContent xmlns:mc="http://schemas.openxmlformats.org/markup-compatibility/2006" xmlns:p14="http://schemas.microsoft.com/office/powerpoint/2010/main">
        <mc:Choice Requires="p14">
          <p:contentPart p14:bwMode="auto" r:id="rId4">
            <p14:nvContentPartPr>
              <p14:cNvPr id="22" name="Ink 21">
                <a:extLst>
                  <a:ext uri="{FF2B5EF4-FFF2-40B4-BE49-F238E27FC236}">
                    <a16:creationId xmlns:a16="http://schemas.microsoft.com/office/drawing/2014/main" id="{242BEF0B-009D-1899-3C35-840709AE7F87}"/>
                  </a:ext>
                </a:extLst>
              </p14:cNvPr>
              <p14:cNvContentPartPr/>
              <p14:nvPr/>
            </p14:nvContentPartPr>
            <p14:xfrm>
              <a:off x="3244998" y="5513061"/>
              <a:ext cx="360" cy="360"/>
            </p14:xfrm>
          </p:contentPart>
        </mc:Choice>
        <mc:Fallback xmlns="">
          <p:pic>
            <p:nvPicPr>
              <p:cNvPr id="22" name="Ink 21">
                <a:extLst>
                  <a:ext uri="{FF2B5EF4-FFF2-40B4-BE49-F238E27FC236}">
                    <a16:creationId xmlns:a16="http://schemas.microsoft.com/office/drawing/2014/main" id="{242BEF0B-009D-1899-3C35-840709AE7F87}"/>
                  </a:ext>
                </a:extLst>
              </p:cNvPr>
              <p:cNvPicPr/>
              <p:nvPr/>
            </p:nvPicPr>
            <p:blipFill>
              <a:blip r:embed="rId6"/>
              <a:stretch>
                <a:fillRect/>
              </a:stretch>
            </p:blipFill>
            <p:spPr>
              <a:xfrm>
                <a:off x="3238878" y="55069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4" name="Ink 23">
                <a:extLst>
                  <a:ext uri="{FF2B5EF4-FFF2-40B4-BE49-F238E27FC236}">
                    <a16:creationId xmlns:a16="http://schemas.microsoft.com/office/drawing/2014/main" id="{97976960-E0A8-53B5-B877-6D6ED40C435E}"/>
                  </a:ext>
                </a:extLst>
              </p14:cNvPr>
              <p14:cNvContentPartPr/>
              <p14:nvPr/>
            </p14:nvContentPartPr>
            <p14:xfrm>
              <a:off x="3244998" y="5513061"/>
              <a:ext cx="360" cy="360"/>
            </p14:xfrm>
          </p:contentPart>
        </mc:Choice>
        <mc:Fallback xmlns="">
          <p:pic>
            <p:nvPicPr>
              <p:cNvPr id="24" name="Ink 23">
                <a:extLst>
                  <a:ext uri="{FF2B5EF4-FFF2-40B4-BE49-F238E27FC236}">
                    <a16:creationId xmlns:a16="http://schemas.microsoft.com/office/drawing/2014/main" id="{97976960-E0A8-53B5-B877-6D6ED40C435E}"/>
                  </a:ext>
                </a:extLst>
              </p:cNvPr>
              <p:cNvPicPr/>
              <p:nvPr/>
            </p:nvPicPr>
            <p:blipFill>
              <a:blip r:embed="rId6"/>
              <a:stretch>
                <a:fillRect/>
              </a:stretch>
            </p:blipFill>
            <p:spPr>
              <a:xfrm>
                <a:off x="3238878" y="550694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6" name="Ink 25">
                <a:extLst>
                  <a:ext uri="{FF2B5EF4-FFF2-40B4-BE49-F238E27FC236}">
                    <a16:creationId xmlns:a16="http://schemas.microsoft.com/office/drawing/2014/main" id="{8B29AB35-F15B-4E52-37E4-7740AD0CB4E3}"/>
                  </a:ext>
                </a:extLst>
              </p14:cNvPr>
              <p14:cNvContentPartPr/>
              <p14:nvPr/>
            </p14:nvContentPartPr>
            <p14:xfrm>
              <a:off x="3244998" y="5513061"/>
              <a:ext cx="360" cy="1800"/>
            </p14:xfrm>
          </p:contentPart>
        </mc:Choice>
        <mc:Fallback xmlns="">
          <p:pic>
            <p:nvPicPr>
              <p:cNvPr id="26" name="Ink 25">
                <a:extLst>
                  <a:ext uri="{FF2B5EF4-FFF2-40B4-BE49-F238E27FC236}">
                    <a16:creationId xmlns:a16="http://schemas.microsoft.com/office/drawing/2014/main" id="{8B29AB35-F15B-4E52-37E4-7740AD0CB4E3}"/>
                  </a:ext>
                </a:extLst>
              </p:cNvPr>
              <p:cNvPicPr/>
              <p:nvPr/>
            </p:nvPicPr>
            <p:blipFill>
              <a:blip r:embed="rId6"/>
              <a:stretch>
                <a:fillRect/>
              </a:stretch>
            </p:blipFill>
            <p:spPr>
              <a:xfrm>
                <a:off x="3238878" y="5506941"/>
                <a:ext cx="12600" cy="14040"/>
              </a:xfrm>
              <a:prstGeom prst="rect">
                <a:avLst/>
              </a:prstGeom>
            </p:spPr>
          </p:pic>
        </mc:Fallback>
      </mc:AlternateContent>
      <p:pic>
        <p:nvPicPr>
          <p:cNvPr id="7" name="Picture 6">
            <a:extLst>
              <a:ext uri="{FF2B5EF4-FFF2-40B4-BE49-F238E27FC236}">
                <a16:creationId xmlns:a16="http://schemas.microsoft.com/office/drawing/2014/main" id="{0FED79DA-8250-ED5A-E55B-E79150038074}"/>
              </a:ext>
            </a:extLst>
          </p:cNvPr>
          <p:cNvPicPr>
            <a:picLocks noChangeAspect="1"/>
          </p:cNvPicPr>
          <p:nvPr/>
        </p:nvPicPr>
        <p:blipFill>
          <a:blip r:embed="rId9"/>
          <a:stretch>
            <a:fillRect/>
          </a:stretch>
        </p:blipFill>
        <p:spPr>
          <a:xfrm>
            <a:off x="269408" y="1613869"/>
            <a:ext cx="4041268" cy="3899192"/>
          </a:xfrm>
          <a:prstGeom prst="rect">
            <a:avLst/>
          </a:prstGeom>
        </p:spPr>
      </p:pic>
    </p:spTree>
    <p:extLst>
      <p:ext uri="{BB962C8B-B14F-4D97-AF65-F5344CB8AC3E}">
        <p14:creationId xmlns:p14="http://schemas.microsoft.com/office/powerpoint/2010/main" val="2175143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98" name="Picture 2">
            <a:extLst>
              <a:ext uri="{FF2B5EF4-FFF2-40B4-BE49-F238E27FC236}">
                <a16:creationId xmlns:a16="http://schemas.microsoft.com/office/drawing/2014/main" id="{5FF7B57D-FF7B-48B3-9F60-9BCEEECF9E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100" name="Group 99">
            <a:extLst>
              <a:ext uri="{FF2B5EF4-FFF2-40B4-BE49-F238E27FC236}">
                <a16:creationId xmlns:a16="http://schemas.microsoft.com/office/drawing/2014/main" id="{EB95AFDF-FA7D-4311-9C65-6D507D92F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01" name="Group 100">
              <a:extLst>
                <a:ext uri="{FF2B5EF4-FFF2-40B4-BE49-F238E27FC236}">
                  <a16:creationId xmlns:a16="http://schemas.microsoft.com/office/drawing/2014/main" id="{9A5CCD98-20C1-4404-B788-FDA92F8A44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13" name="Rectangle 5">
                <a:extLst>
                  <a:ext uri="{FF2B5EF4-FFF2-40B4-BE49-F238E27FC236}">
                    <a16:creationId xmlns:a16="http://schemas.microsoft.com/office/drawing/2014/main" id="{C1424C76-B5C3-468E-86FA-8D9B269053D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14" name="Freeform 6">
                <a:extLst>
                  <a:ext uri="{FF2B5EF4-FFF2-40B4-BE49-F238E27FC236}">
                    <a16:creationId xmlns:a16="http://schemas.microsoft.com/office/drawing/2014/main" id="{B3922267-72C9-403B-A6DE-7D0A43D554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5" name="Freeform 7">
                <a:extLst>
                  <a:ext uri="{FF2B5EF4-FFF2-40B4-BE49-F238E27FC236}">
                    <a16:creationId xmlns:a16="http://schemas.microsoft.com/office/drawing/2014/main" id="{7276DB68-2E8D-4723-852B-7476DD38FE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6" name="Freeform 8">
                <a:extLst>
                  <a:ext uri="{FF2B5EF4-FFF2-40B4-BE49-F238E27FC236}">
                    <a16:creationId xmlns:a16="http://schemas.microsoft.com/office/drawing/2014/main" id="{0A155711-4993-4D1E-89EA-A397C164F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7" name="Freeform 9">
                <a:extLst>
                  <a:ext uri="{FF2B5EF4-FFF2-40B4-BE49-F238E27FC236}">
                    <a16:creationId xmlns:a16="http://schemas.microsoft.com/office/drawing/2014/main" id="{2AB42136-2551-4CAA-857F-65FA3247B4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8" name="Freeform 10">
                <a:extLst>
                  <a:ext uri="{FF2B5EF4-FFF2-40B4-BE49-F238E27FC236}">
                    <a16:creationId xmlns:a16="http://schemas.microsoft.com/office/drawing/2014/main" id="{7C2ADEA1-EA3E-4C0E-A28E-460092F7F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9" name="Freeform 11">
                <a:extLst>
                  <a:ext uri="{FF2B5EF4-FFF2-40B4-BE49-F238E27FC236}">
                    <a16:creationId xmlns:a16="http://schemas.microsoft.com/office/drawing/2014/main" id="{B04584B3-081C-4286-A840-AB5B16B10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0" name="Freeform 12">
                <a:extLst>
                  <a:ext uri="{FF2B5EF4-FFF2-40B4-BE49-F238E27FC236}">
                    <a16:creationId xmlns:a16="http://schemas.microsoft.com/office/drawing/2014/main" id="{3AB388FD-C246-4936-A041-E0413A1329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1" name="Freeform 13">
                <a:extLst>
                  <a:ext uri="{FF2B5EF4-FFF2-40B4-BE49-F238E27FC236}">
                    <a16:creationId xmlns:a16="http://schemas.microsoft.com/office/drawing/2014/main" id="{57692343-2D12-4F57-836C-945D407B6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2" name="Freeform 14">
                <a:extLst>
                  <a:ext uri="{FF2B5EF4-FFF2-40B4-BE49-F238E27FC236}">
                    <a16:creationId xmlns:a16="http://schemas.microsoft.com/office/drawing/2014/main" id="{062EE710-0210-4840-8698-E0DF1C617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3" name="Freeform 15">
                <a:extLst>
                  <a:ext uri="{FF2B5EF4-FFF2-40B4-BE49-F238E27FC236}">
                    <a16:creationId xmlns:a16="http://schemas.microsoft.com/office/drawing/2014/main" id="{161892F4-6071-40CD-8E18-CDEE0C91B5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4" name="Line 16">
                <a:extLst>
                  <a:ext uri="{FF2B5EF4-FFF2-40B4-BE49-F238E27FC236}">
                    <a16:creationId xmlns:a16="http://schemas.microsoft.com/office/drawing/2014/main" id="{3E6BBE44-8D88-407D-B1C6-10C89DD6173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125" name="Freeform 17">
                <a:extLst>
                  <a:ext uri="{FF2B5EF4-FFF2-40B4-BE49-F238E27FC236}">
                    <a16:creationId xmlns:a16="http://schemas.microsoft.com/office/drawing/2014/main" id="{1E90AE6E-328E-4730-825C-B5130F5CFC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6" name="Freeform 18">
                <a:extLst>
                  <a:ext uri="{FF2B5EF4-FFF2-40B4-BE49-F238E27FC236}">
                    <a16:creationId xmlns:a16="http://schemas.microsoft.com/office/drawing/2014/main" id="{24EC969F-6E4A-4163-ABDA-4674429A3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7" name="Freeform 19">
                <a:extLst>
                  <a:ext uri="{FF2B5EF4-FFF2-40B4-BE49-F238E27FC236}">
                    <a16:creationId xmlns:a16="http://schemas.microsoft.com/office/drawing/2014/main" id="{1B735C94-B049-42C6-9DEF-5DB70D58C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8" name="Freeform 20">
                <a:extLst>
                  <a:ext uri="{FF2B5EF4-FFF2-40B4-BE49-F238E27FC236}">
                    <a16:creationId xmlns:a16="http://schemas.microsoft.com/office/drawing/2014/main" id="{051C02E6-1954-478B-AEAE-BF8F36BE94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9" name="Rectangle 21">
                <a:extLst>
                  <a:ext uri="{FF2B5EF4-FFF2-40B4-BE49-F238E27FC236}">
                    <a16:creationId xmlns:a16="http://schemas.microsoft.com/office/drawing/2014/main" id="{6710B1C0-310A-48D0-B824-459D9AFC2FB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30" name="Freeform 22">
                <a:extLst>
                  <a:ext uri="{FF2B5EF4-FFF2-40B4-BE49-F238E27FC236}">
                    <a16:creationId xmlns:a16="http://schemas.microsoft.com/office/drawing/2014/main" id="{1204A606-D9A6-4DC6-9F0E-D516EA1EB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31" name="Freeform 23">
                <a:extLst>
                  <a:ext uri="{FF2B5EF4-FFF2-40B4-BE49-F238E27FC236}">
                    <a16:creationId xmlns:a16="http://schemas.microsoft.com/office/drawing/2014/main" id="{EE569555-0243-4979-A537-C9B4AFD5F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32" name="Freeform 24">
                <a:extLst>
                  <a:ext uri="{FF2B5EF4-FFF2-40B4-BE49-F238E27FC236}">
                    <a16:creationId xmlns:a16="http://schemas.microsoft.com/office/drawing/2014/main" id="{D52A977D-4993-48AF-A792-F2DE09639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33" name="Freeform 25">
                <a:extLst>
                  <a:ext uri="{FF2B5EF4-FFF2-40B4-BE49-F238E27FC236}">
                    <a16:creationId xmlns:a16="http://schemas.microsoft.com/office/drawing/2014/main" id="{93CFF2DC-E52E-4D99-97D5-B0D7B792E5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34" name="Freeform 26">
                <a:extLst>
                  <a:ext uri="{FF2B5EF4-FFF2-40B4-BE49-F238E27FC236}">
                    <a16:creationId xmlns:a16="http://schemas.microsoft.com/office/drawing/2014/main" id="{5E175372-AF09-42A7-B3D0-226C83489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35" name="Freeform 27">
                <a:extLst>
                  <a:ext uri="{FF2B5EF4-FFF2-40B4-BE49-F238E27FC236}">
                    <a16:creationId xmlns:a16="http://schemas.microsoft.com/office/drawing/2014/main" id="{ABF20BA9-F4B2-49EA-A573-578B18977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36" name="Freeform 28">
                <a:extLst>
                  <a:ext uri="{FF2B5EF4-FFF2-40B4-BE49-F238E27FC236}">
                    <a16:creationId xmlns:a16="http://schemas.microsoft.com/office/drawing/2014/main" id="{AA3A7A4B-C811-4E23-8BFD-5823A032DA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37" name="Freeform 29">
                <a:extLst>
                  <a:ext uri="{FF2B5EF4-FFF2-40B4-BE49-F238E27FC236}">
                    <a16:creationId xmlns:a16="http://schemas.microsoft.com/office/drawing/2014/main" id="{47537781-F057-4B97-AD8F-12FE9BE59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38" name="Freeform 30">
                <a:extLst>
                  <a:ext uri="{FF2B5EF4-FFF2-40B4-BE49-F238E27FC236}">
                    <a16:creationId xmlns:a16="http://schemas.microsoft.com/office/drawing/2014/main" id="{078883C7-EB52-4BB7-A9A7-F8C046A83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39" name="Freeform 31">
                <a:extLst>
                  <a:ext uri="{FF2B5EF4-FFF2-40B4-BE49-F238E27FC236}">
                    <a16:creationId xmlns:a16="http://schemas.microsoft.com/office/drawing/2014/main" id="{63CCBBF8-5972-4ED3-AB5B-46DC425B1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grpSp>
          <p:nvGrpSpPr>
            <p:cNvPr id="102" name="Group 101">
              <a:extLst>
                <a:ext uri="{FF2B5EF4-FFF2-40B4-BE49-F238E27FC236}">
                  <a16:creationId xmlns:a16="http://schemas.microsoft.com/office/drawing/2014/main" id="{A8C19883-37FB-437C-A3AA-89AA6239D3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03" name="Freeform 32">
                <a:extLst>
                  <a:ext uri="{FF2B5EF4-FFF2-40B4-BE49-F238E27FC236}">
                    <a16:creationId xmlns:a16="http://schemas.microsoft.com/office/drawing/2014/main" id="{AF1753DD-4CEF-45EC-B952-90EA8895D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4" name="Freeform 33">
                <a:extLst>
                  <a:ext uri="{FF2B5EF4-FFF2-40B4-BE49-F238E27FC236}">
                    <a16:creationId xmlns:a16="http://schemas.microsoft.com/office/drawing/2014/main" id="{5B9356DB-C1BE-4D76-8FA7-4FBAA12D1D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5" name="Freeform 34">
                <a:extLst>
                  <a:ext uri="{FF2B5EF4-FFF2-40B4-BE49-F238E27FC236}">
                    <a16:creationId xmlns:a16="http://schemas.microsoft.com/office/drawing/2014/main" id="{C4F59561-572D-42BA-A6FD-F3AFA1A394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6" name="Freeform 35">
                <a:extLst>
                  <a:ext uri="{FF2B5EF4-FFF2-40B4-BE49-F238E27FC236}">
                    <a16:creationId xmlns:a16="http://schemas.microsoft.com/office/drawing/2014/main" id="{BB7A51A1-D509-4494-BAE2-1B96CAD4D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7" name="Freeform 36">
                <a:extLst>
                  <a:ext uri="{FF2B5EF4-FFF2-40B4-BE49-F238E27FC236}">
                    <a16:creationId xmlns:a16="http://schemas.microsoft.com/office/drawing/2014/main" id="{D3FE0B5A-55DE-4E56-8E9B-B92D1DB9A8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8" name="Freeform 37">
                <a:extLst>
                  <a:ext uri="{FF2B5EF4-FFF2-40B4-BE49-F238E27FC236}">
                    <a16:creationId xmlns:a16="http://schemas.microsoft.com/office/drawing/2014/main" id="{F125661C-3A0E-4B6E-B2AB-1B08C8925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9" name="Freeform 38">
                <a:extLst>
                  <a:ext uri="{FF2B5EF4-FFF2-40B4-BE49-F238E27FC236}">
                    <a16:creationId xmlns:a16="http://schemas.microsoft.com/office/drawing/2014/main" id="{39304006-EE77-438A-A0D1-537322356C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0" name="Freeform 39">
                <a:extLst>
                  <a:ext uri="{FF2B5EF4-FFF2-40B4-BE49-F238E27FC236}">
                    <a16:creationId xmlns:a16="http://schemas.microsoft.com/office/drawing/2014/main" id="{C6031DEB-4109-4049-82CF-DD06483A2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1" name="Freeform 40">
                <a:extLst>
                  <a:ext uri="{FF2B5EF4-FFF2-40B4-BE49-F238E27FC236}">
                    <a16:creationId xmlns:a16="http://schemas.microsoft.com/office/drawing/2014/main" id="{65FC2657-18D6-4490-88D6-32E6B1C6FB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2" name="Rectangle 41">
                <a:extLst>
                  <a:ext uri="{FF2B5EF4-FFF2-40B4-BE49-F238E27FC236}">
                    <a16:creationId xmlns:a16="http://schemas.microsoft.com/office/drawing/2014/main" id="{20BEA03B-3EAD-4FA2-BC9D-25A14D635CF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grpSp>
      </p:grpSp>
      <p:sp useBgFill="1">
        <p:nvSpPr>
          <p:cNvPr id="141" name="Rectangle 140">
            <a:extLst>
              <a:ext uri="{FF2B5EF4-FFF2-40B4-BE49-F238E27FC236}">
                <a16:creationId xmlns:a16="http://schemas.microsoft.com/office/drawing/2014/main" id="{C2E4E997-8672-4FFD-B8EC-9932A8E471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143" name="Picture 2">
            <a:extLst>
              <a:ext uri="{FF2B5EF4-FFF2-40B4-BE49-F238E27FC236}">
                <a16:creationId xmlns:a16="http://schemas.microsoft.com/office/drawing/2014/main" id="{FE6BA9E6-1D9E-4D30-B528-D49FA1342E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F992B22-63D6-5520-6481-F2DFB76FF76B}"/>
              </a:ext>
            </a:extLst>
          </p:cNvPr>
          <p:cNvSpPr>
            <a:spLocks noGrp="1"/>
          </p:cNvSpPr>
          <p:nvPr>
            <p:ph type="title"/>
          </p:nvPr>
        </p:nvSpPr>
        <p:spPr>
          <a:xfrm>
            <a:off x="1141413" y="618518"/>
            <a:ext cx="4459286" cy="1478570"/>
          </a:xfrm>
        </p:spPr>
        <p:txBody>
          <a:bodyPr vert="horz" lIns="91440" tIns="45720" rIns="91440" bIns="45720" rtlCol="0" anchor="ctr">
            <a:normAutofit/>
          </a:bodyPr>
          <a:lstStyle/>
          <a:p>
            <a:r>
              <a:rPr lang="en-US" dirty="0"/>
              <a:t>Main class</a:t>
            </a:r>
          </a:p>
        </p:txBody>
      </p:sp>
      <p:sp>
        <p:nvSpPr>
          <p:cNvPr id="4" name="Text Placeholder 3">
            <a:extLst>
              <a:ext uri="{FF2B5EF4-FFF2-40B4-BE49-F238E27FC236}">
                <a16:creationId xmlns:a16="http://schemas.microsoft.com/office/drawing/2014/main" id="{EEE3FD2A-64BD-1B9F-C311-F61933DA8078}"/>
              </a:ext>
            </a:extLst>
          </p:cNvPr>
          <p:cNvSpPr>
            <a:spLocks noGrp="1"/>
          </p:cNvSpPr>
          <p:nvPr>
            <p:ph type="body" sz="half" idx="2"/>
          </p:nvPr>
        </p:nvSpPr>
        <p:spPr>
          <a:xfrm>
            <a:off x="1141412" y="2249487"/>
            <a:ext cx="4459287" cy="3965046"/>
          </a:xfrm>
        </p:spPr>
        <p:txBody>
          <a:bodyPr vert="horz" lIns="91440" tIns="45720" rIns="91440" bIns="45720" rtlCol="0">
            <a:normAutofit/>
          </a:bodyPr>
          <a:lstStyle/>
          <a:p>
            <a:pPr indent="-228600">
              <a:buFont typeface="Arial" panose="020B0604020202020204" pitchFamily="34" charset="0"/>
              <a:buChar char="•"/>
            </a:pPr>
            <a:r>
              <a:rPr lang="en-US" sz="2000" dirty="0"/>
              <a:t>The Main class will collect all the classes and create an object. Here we notice that we have created a new object from the library.</a:t>
            </a:r>
          </a:p>
        </p:txBody>
      </p:sp>
      <p:pic>
        <p:nvPicPr>
          <p:cNvPr id="10" name="Picture 9" descr="A screen shot of a computer program&#10;&#10;Description automatically generated">
            <a:extLst>
              <a:ext uri="{FF2B5EF4-FFF2-40B4-BE49-F238E27FC236}">
                <a16:creationId xmlns:a16="http://schemas.microsoft.com/office/drawing/2014/main" id="{F4CA1334-D6B9-E796-9B76-411F0A508D95}"/>
              </a:ext>
            </a:extLst>
          </p:cNvPr>
          <p:cNvPicPr>
            <a:picLocks noChangeAspect="1"/>
          </p:cNvPicPr>
          <p:nvPr/>
        </p:nvPicPr>
        <p:blipFill>
          <a:blip r:embed="rId4"/>
          <a:stretch>
            <a:fillRect/>
          </a:stretch>
        </p:blipFill>
        <p:spPr>
          <a:xfrm>
            <a:off x="6446967" y="639685"/>
            <a:ext cx="5008433" cy="5596015"/>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grpSp>
        <p:nvGrpSpPr>
          <p:cNvPr id="145" name="Group 144">
            <a:extLst>
              <a:ext uri="{FF2B5EF4-FFF2-40B4-BE49-F238E27FC236}">
                <a16:creationId xmlns:a16="http://schemas.microsoft.com/office/drawing/2014/main" id="{453E4DEE-E996-40F8-8635-0FF43D7348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46" name="Rectangle 5">
              <a:extLst>
                <a:ext uri="{FF2B5EF4-FFF2-40B4-BE49-F238E27FC236}">
                  <a16:creationId xmlns:a16="http://schemas.microsoft.com/office/drawing/2014/main" id="{08BD1D3E-43CE-49EB-A424-0738950C64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47" name="Freeform 6">
              <a:extLst>
                <a:ext uri="{FF2B5EF4-FFF2-40B4-BE49-F238E27FC236}">
                  <a16:creationId xmlns:a16="http://schemas.microsoft.com/office/drawing/2014/main" id="{E9182037-E3FA-489A-95D5-29E4248420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8" name="Freeform 7">
              <a:extLst>
                <a:ext uri="{FF2B5EF4-FFF2-40B4-BE49-F238E27FC236}">
                  <a16:creationId xmlns:a16="http://schemas.microsoft.com/office/drawing/2014/main" id="{E8864E76-AD7F-4BEE-B3F6-A78FA42AEF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9" name="Freeform 8">
              <a:extLst>
                <a:ext uri="{FF2B5EF4-FFF2-40B4-BE49-F238E27FC236}">
                  <a16:creationId xmlns:a16="http://schemas.microsoft.com/office/drawing/2014/main" id="{8AD071B3-046D-4479-91FE-01E9AD7C8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0" name="Freeform 9">
              <a:extLst>
                <a:ext uri="{FF2B5EF4-FFF2-40B4-BE49-F238E27FC236}">
                  <a16:creationId xmlns:a16="http://schemas.microsoft.com/office/drawing/2014/main" id="{91D776F5-E902-4A4D-A75D-A46E063C9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1" name="Freeform 10">
              <a:extLst>
                <a:ext uri="{FF2B5EF4-FFF2-40B4-BE49-F238E27FC236}">
                  <a16:creationId xmlns:a16="http://schemas.microsoft.com/office/drawing/2014/main" id="{EBED8F24-A998-4952-AB68-E2074F074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2" name="Freeform 11">
              <a:extLst>
                <a:ext uri="{FF2B5EF4-FFF2-40B4-BE49-F238E27FC236}">
                  <a16:creationId xmlns:a16="http://schemas.microsoft.com/office/drawing/2014/main" id="{74D7A646-8CDC-49B3-9C44-3EF38DB42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3" name="Freeform 12">
              <a:extLst>
                <a:ext uri="{FF2B5EF4-FFF2-40B4-BE49-F238E27FC236}">
                  <a16:creationId xmlns:a16="http://schemas.microsoft.com/office/drawing/2014/main" id="{D4E99D14-E4F4-419B-9AAF-8D1CEAB28A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4" name="Freeform 13">
              <a:extLst>
                <a:ext uri="{FF2B5EF4-FFF2-40B4-BE49-F238E27FC236}">
                  <a16:creationId xmlns:a16="http://schemas.microsoft.com/office/drawing/2014/main" id="{377E106C-5445-4A52-9F7E-DA17387442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5" name="Freeform 14">
              <a:extLst>
                <a:ext uri="{FF2B5EF4-FFF2-40B4-BE49-F238E27FC236}">
                  <a16:creationId xmlns:a16="http://schemas.microsoft.com/office/drawing/2014/main" id="{752BFE96-D378-4BAE-A64B-F851A34C4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6" name="Freeform 15">
              <a:extLst>
                <a:ext uri="{FF2B5EF4-FFF2-40B4-BE49-F238E27FC236}">
                  <a16:creationId xmlns:a16="http://schemas.microsoft.com/office/drawing/2014/main" id="{B88FFB19-5A5E-4078-B467-9D4ABD21BD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7" name="Line 16">
              <a:extLst>
                <a:ext uri="{FF2B5EF4-FFF2-40B4-BE49-F238E27FC236}">
                  <a16:creationId xmlns:a16="http://schemas.microsoft.com/office/drawing/2014/main" id="{11042975-3D19-4728-BCDA-D3F5CD633ED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158" name="Freeform 17">
              <a:extLst>
                <a:ext uri="{FF2B5EF4-FFF2-40B4-BE49-F238E27FC236}">
                  <a16:creationId xmlns:a16="http://schemas.microsoft.com/office/drawing/2014/main" id="{A28972BD-D2E1-4DCA-A907-2E3B6F6066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9" name="Freeform 18">
              <a:extLst>
                <a:ext uri="{FF2B5EF4-FFF2-40B4-BE49-F238E27FC236}">
                  <a16:creationId xmlns:a16="http://schemas.microsoft.com/office/drawing/2014/main" id="{1C806824-5C2D-4747-B038-69EE4074B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0" name="Freeform 19">
              <a:extLst>
                <a:ext uri="{FF2B5EF4-FFF2-40B4-BE49-F238E27FC236}">
                  <a16:creationId xmlns:a16="http://schemas.microsoft.com/office/drawing/2014/main" id="{3B33F710-16D7-4F48-BFCA-66C9CA235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1" name="Freeform 20">
              <a:extLst>
                <a:ext uri="{FF2B5EF4-FFF2-40B4-BE49-F238E27FC236}">
                  <a16:creationId xmlns:a16="http://schemas.microsoft.com/office/drawing/2014/main" id="{6C8C8ED4-90FA-4E97-AAF0-D5D51E6A93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2" name="Rectangle 21">
              <a:extLst>
                <a:ext uri="{FF2B5EF4-FFF2-40B4-BE49-F238E27FC236}">
                  <a16:creationId xmlns:a16="http://schemas.microsoft.com/office/drawing/2014/main" id="{6C5EB9C1-B25F-4172-8A96-5950ECC828F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63" name="Freeform 22">
              <a:extLst>
                <a:ext uri="{FF2B5EF4-FFF2-40B4-BE49-F238E27FC236}">
                  <a16:creationId xmlns:a16="http://schemas.microsoft.com/office/drawing/2014/main" id="{097E6E8A-9373-4655-882B-21715CCE9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4" name="Freeform 23">
              <a:extLst>
                <a:ext uri="{FF2B5EF4-FFF2-40B4-BE49-F238E27FC236}">
                  <a16:creationId xmlns:a16="http://schemas.microsoft.com/office/drawing/2014/main" id="{EB8CC766-1206-4372-ACAF-8230AF4D54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5" name="Freeform 24">
              <a:extLst>
                <a:ext uri="{FF2B5EF4-FFF2-40B4-BE49-F238E27FC236}">
                  <a16:creationId xmlns:a16="http://schemas.microsoft.com/office/drawing/2014/main" id="{1C8E2511-2489-47B2-9C19-C410910DD9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6" name="Freeform 25">
              <a:extLst>
                <a:ext uri="{FF2B5EF4-FFF2-40B4-BE49-F238E27FC236}">
                  <a16:creationId xmlns:a16="http://schemas.microsoft.com/office/drawing/2014/main" id="{D7820196-0A47-47EF-832C-A688E8977D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7" name="Freeform 26">
              <a:extLst>
                <a:ext uri="{FF2B5EF4-FFF2-40B4-BE49-F238E27FC236}">
                  <a16:creationId xmlns:a16="http://schemas.microsoft.com/office/drawing/2014/main" id="{4982E0BF-34AE-48A3-AD6B-E0F3CD05D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8" name="Freeform 27">
              <a:extLst>
                <a:ext uri="{FF2B5EF4-FFF2-40B4-BE49-F238E27FC236}">
                  <a16:creationId xmlns:a16="http://schemas.microsoft.com/office/drawing/2014/main" id="{CD34643B-9DF2-4310-8868-48252C339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9" name="Freeform 28">
              <a:extLst>
                <a:ext uri="{FF2B5EF4-FFF2-40B4-BE49-F238E27FC236}">
                  <a16:creationId xmlns:a16="http://schemas.microsoft.com/office/drawing/2014/main" id="{4E020C4E-AF64-44A8-B830-779541D8D54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0" name="Freeform 29">
              <a:extLst>
                <a:ext uri="{FF2B5EF4-FFF2-40B4-BE49-F238E27FC236}">
                  <a16:creationId xmlns:a16="http://schemas.microsoft.com/office/drawing/2014/main" id="{D97BC3D3-B1B3-4825-9169-BBEF1DBCF0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1" name="Freeform 30">
              <a:extLst>
                <a:ext uri="{FF2B5EF4-FFF2-40B4-BE49-F238E27FC236}">
                  <a16:creationId xmlns:a16="http://schemas.microsoft.com/office/drawing/2014/main" id="{A750DC4F-1DAF-470E-98C6-6C68DEB93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2" name="Freeform 31">
              <a:extLst>
                <a:ext uri="{FF2B5EF4-FFF2-40B4-BE49-F238E27FC236}">
                  <a16:creationId xmlns:a16="http://schemas.microsoft.com/office/drawing/2014/main" id="{2F99594A-5BBD-4E10-A818-8BE52B7D95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341610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301" name="Picture 2">
            <a:extLst>
              <a:ext uri="{FF2B5EF4-FFF2-40B4-BE49-F238E27FC236}">
                <a16:creationId xmlns:a16="http://schemas.microsoft.com/office/drawing/2014/main" id="{E99A004A-E705-4ADD-99EC-C47A5FE61DD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303" name="Group 302">
            <a:extLst>
              <a:ext uri="{FF2B5EF4-FFF2-40B4-BE49-F238E27FC236}">
                <a16:creationId xmlns:a16="http://schemas.microsoft.com/office/drawing/2014/main" id="{8C296DD9-4920-4569-A4D3-BFB4C975A8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304" name="Rectangle 5">
              <a:extLst>
                <a:ext uri="{FF2B5EF4-FFF2-40B4-BE49-F238E27FC236}">
                  <a16:creationId xmlns:a16="http://schemas.microsoft.com/office/drawing/2014/main" id="{616290DB-0B0E-40CC-B718-62D60944AB0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305" name="Freeform 6">
              <a:extLst>
                <a:ext uri="{FF2B5EF4-FFF2-40B4-BE49-F238E27FC236}">
                  <a16:creationId xmlns:a16="http://schemas.microsoft.com/office/drawing/2014/main" id="{60AFE2A3-7936-482E-B022-F90A132765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6" name="Freeform 7">
              <a:extLst>
                <a:ext uri="{FF2B5EF4-FFF2-40B4-BE49-F238E27FC236}">
                  <a16:creationId xmlns:a16="http://schemas.microsoft.com/office/drawing/2014/main" id="{C4EECE49-D85D-4373-B180-9F4F1635E8C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7" name="Rectangle 8">
              <a:extLst>
                <a:ext uri="{FF2B5EF4-FFF2-40B4-BE49-F238E27FC236}">
                  <a16:creationId xmlns:a16="http://schemas.microsoft.com/office/drawing/2014/main" id="{3D0A269C-DD6E-470E-9789-7A5C88C1B3C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308" name="Freeform 9">
              <a:extLst>
                <a:ext uri="{FF2B5EF4-FFF2-40B4-BE49-F238E27FC236}">
                  <a16:creationId xmlns:a16="http://schemas.microsoft.com/office/drawing/2014/main" id="{9D9EF577-980B-4C3D-AA79-FB1A8FB37CB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9" name="Freeform 10">
              <a:extLst>
                <a:ext uri="{FF2B5EF4-FFF2-40B4-BE49-F238E27FC236}">
                  <a16:creationId xmlns:a16="http://schemas.microsoft.com/office/drawing/2014/main" id="{F2A6B6D2-9443-4421-91CA-3EF1A6DD4C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0" name="Freeform 11">
              <a:extLst>
                <a:ext uri="{FF2B5EF4-FFF2-40B4-BE49-F238E27FC236}">
                  <a16:creationId xmlns:a16="http://schemas.microsoft.com/office/drawing/2014/main" id="{3D9A14BB-7BAE-487D-8843-05CB9B9DFB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1" name="Freeform 12">
              <a:extLst>
                <a:ext uri="{FF2B5EF4-FFF2-40B4-BE49-F238E27FC236}">
                  <a16:creationId xmlns:a16="http://schemas.microsoft.com/office/drawing/2014/main" id="{9C16B978-EFFC-4AEC-AE66-80FE210C3B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2" name="Freeform 13">
              <a:extLst>
                <a:ext uri="{FF2B5EF4-FFF2-40B4-BE49-F238E27FC236}">
                  <a16:creationId xmlns:a16="http://schemas.microsoft.com/office/drawing/2014/main" id="{1931730E-419A-48BE-97F4-27E6EE59DA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3" name="Freeform 14">
              <a:extLst>
                <a:ext uri="{FF2B5EF4-FFF2-40B4-BE49-F238E27FC236}">
                  <a16:creationId xmlns:a16="http://schemas.microsoft.com/office/drawing/2014/main" id="{CC364B3A-B9AB-4106-AD76-6E94319BE5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4" name="Freeform 15">
              <a:extLst>
                <a:ext uri="{FF2B5EF4-FFF2-40B4-BE49-F238E27FC236}">
                  <a16:creationId xmlns:a16="http://schemas.microsoft.com/office/drawing/2014/main" id="{B24328AB-A466-4E19-9885-4196A1EB06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5" name="Freeform 16">
              <a:extLst>
                <a:ext uri="{FF2B5EF4-FFF2-40B4-BE49-F238E27FC236}">
                  <a16:creationId xmlns:a16="http://schemas.microsoft.com/office/drawing/2014/main" id="{00D28C03-0D41-4319-8BA1-C804D08062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6" name="Freeform 17">
              <a:extLst>
                <a:ext uri="{FF2B5EF4-FFF2-40B4-BE49-F238E27FC236}">
                  <a16:creationId xmlns:a16="http://schemas.microsoft.com/office/drawing/2014/main" id="{5469D8E9-8C72-400D-B415-D628A62716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7" name="Freeform 18">
              <a:extLst>
                <a:ext uri="{FF2B5EF4-FFF2-40B4-BE49-F238E27FC236}">
                  <a16:creationId xmlns:a16="http://schemas.microsoft.com/office/drawing/2014/main" id="{2465C93D-2544-415D-9709-B07094E1F2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8" name="Freeform 19">
              <a:extLst>
                <a:ext uri="{FF2B5EF4-FFF2-40B4-BE49-F238E27FC236}">
                  <a16:creationId xmlns:a16="http://schemas.microsoft.com/office/drawing/2014/main" id="{E1FF1E02-7B4D-4B28-B3DF-F3A1B4654B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9" name="Freeform 20">
              <a:extLst>
                <a:ext uri="{FF2B5EF4-FFF2-40B4-BE49-F238E27FC236}">
                  <a16:creationId xmlns:a16="http://schemas.microsoft.com/office/drawing/2014/main" id="{335B903E-D719-406D-BDE9-BB8D50D0A6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0" name="Freeform 21">
              <a:extLst>
                <a:ext uri="{FF2B5EF4-FFF2-40B4-BE49-F238E27FC236}">
                  <a16:creationId xmlns:a16="http://schemas.microsoft.com/office/drawing/2014/main" id="{E1C1E720-A438-4A6D-91B3-9AA0D5CB386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1" name="Freeform 22">
              <a:extLst>
                <a:ext uri="{FF2B5EF4-FFF2-40B4-BE49-F238E27FC236}">
                  <a16:creationId xmlns:a16="http://schemas.microsoft.com/office/drawing/2014/main" id="{3FF14E1F-9A5F-47ED-B5A5-D0E84A75A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2" name="Freeform 23">
              <a:extLst>
                <a:ext uri="{FF2B5EF4-FFF2-40B4-BE49-F238E27FC236}">
                  <a16:creationId xmlns:a16="http://schemas.microsoft.com/office/drawing/2014/main" id="{58537895-7597-4E34-A82E-DB80E352251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3" name="Freeform 24">
              <a:extLst>
                <a:ext uri="{FF2B5EF4-FFF2-40B4-BE49-F238E27FC236}">
                  <a16:creationId xmlns:a16="http://schemas.microsoft.com/office/drawing/2014/main" id="{40BC1D92-9853-4629-92CF-EB397B773D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4" name="Freeform 25">
              <a:extLst>
                <a:ext uri="{FF2B5EF4-FFF2-40B4-BE49-F238E27FC236}">
                  <a16:creationId xmlns:a16="http://schemas.microsoft.com/office/drawing/2014/main" id="{2F46138B-3BB1-433D-9FC5-FFB446DA10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5" name="Freeform 26">
              <a:extLst>
                <a:ext uri="{FF2B5EF4-FFF2-40B4-BE49-F238E27FC236}">
                  <a16:creationId xmlns:a16="http://schemas.microsoft.com/office/drawing/2014/main" id="{705F8668-DED9-4E70-B012-F96EA82300E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6" name="Freeform 27">
              <a:extLst>
                <a:ext uri="{FF2B5EF4-FFF2-40B4-BE49-F238E27FC236}">
                  <a16:creationId xmlns:a16="http://schemas.microsoft.com/office/drawing/2014/main" id="{E0B76A71-CCB8-48C1-B58D-9F8BCC6424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7" name="Freeform 28">
              <a:extLst>
                <a:ext uri="{FF2B5EF4-FFF2-40B4-BE49-F238E27FC236}">
                  <a16:creationId xmlns:a16="http://schemas.microsoft.com/office/drawing/2014/main" id="{840BFA44-4BF2-4009-B96F-25A3174A8AA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8" name="Freeform 29">
              <a:extLst>
                <a:ext uri="{FF2B5EF4-FFF2-40B4-BE49-F238E27FC236}">
                  <a16:creationId xmlns:a16="http://schemas.microsoft.com/office/drawing/2014/main" id="{8E3B9AA2-5D9A-45DB-9EB2-16EF74057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9" name="Freeform 30">
              <a:extLst>
                <a:ext uri="{FF2B5EF4-FFF2-40B4-BE49-F238E27FC236}">
                  <a16:creationId xmlns:a16="http://schemas.microsoft.com/office/drawing/2014/main" id="{24896DDB-3C81-493E-A789-BF769468EE4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0" name="Freeform 31">
              <a:extLst>
                <a:ext uri="{FF2B5EF4-FFF2-40B4-BE49-F238E27FC236}">
                  <a16:creationId xmlns:a16="http://schemas.microsoft.com/office/drawing/2014/main" id="{4462B258-CAFC-4734-9312-6F569E538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1" name="Freeform 32">
              <a:extLst>
                <a:ext uri="{FF2B5EF4-FFF2-40B4-BE49-F238E27FC236}">
                  <a16:creationId xmlns:a16="http://schemas.microsoft.com/office/drawing/2014/main" id="{BE8B517B-551B-4525-A281-F5F8B85B22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2" name="Rectangle 33">
              <a:extLst>
                <a:ext uri="{FF2B5EF4-FFF2-40B4-BE49-F238E27FC236}">
                  <a16:creationId xmlns:a16="http://schemas.microsoft.com/office/drawing/2014/main" id="{AF26DF84-45AD-4F87-9DC7-12E4CEF8A98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333" name="Freeform 34">
              <a:extLst>
                <a:ext uri="{FF2B5EF4-FFF2-40B4-BE49-F238E27FC236}">
                  <a16:creationId xmlns:a16="http://schemas.microsoft.com/office/drawing/2014/main" id="{D5ED6F7A-06FF-4699-9524-4AD60D4A062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4" name="Freeform 35">
              <a:extLst>
                <a:ext uri="{FF2B5EF4-FFF2-40B4-BE49-F238E27FC236}">
                  <a16:creationId xmlns:a16="http://schemas.microsoft.com/office/drawing/2014/main" id="{46C063AD-6A18-4523-A63F-E683F88AE6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5" name="Freeform 36">
              <a:extLst>
                <a:ext uri="{FF2B5EF4-FFF2-40B4-BE49-F238E27FC236}">
                  <a16:creationId xmlns:a16="http://schemas.microsoft.com/office/drawing/2014/main" id="{77414834-7414-4CCF-8C1E-3D9A10025E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6" name="Freeform 37">
              <a:extLst>
                <a:ext uri="{FF2B5EF4-FFF2-40B4-BE49-F238E27FC236}">
                  <a16:creationId xmlns:a16="http://schemas.microsoft.com/office/drawing/2014/main" id="{16AF7EB8-CB66-4BD3-8606-3B72A1C3F6B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7" name="Freeform 38">
              <a:extLst>
                <a:ext uri="{FF2B5EF4-FFF2-40B4-BE49-F238E27FC236}">
                  <a16:creationId xmlns:a16="http://schemas.microsoft.com/office/drawing/2014/main" id="{0D458FB2-B97D-48B2-B54A-DFB4714912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8" name="Freeform 39">
              <a:extLst>
                <a:ext uri="{FF2B5EF4-FFF2-40B4-BE49-F238E27FC236}">
                  <a16:creationId xmlns:a16="http://schemas.microsoft.com/office/drawing/2014/main" id="{81012E75-1279-46A3-BFEF-45390429D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9" name="Freeform 40">
              <a:extLst>
                <a:ext uri="{FF2B5EF4-FFF2-40B4-BE49-F238E27FC236}">
                  <a16:creationId xmlns:a16="http://schemas.microsoft.com/office/drawing/2014/main" id="{2AE95D31-F453-4CA1-B61E-470B516A77F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0" name="Freeform 41">
              <a:extLst>
                <a:ext uri="{FF2B5EF4-FFF2-40B4-BE49-F238E27FC236}">
                  <a16:creationId xmlns:a16="http://schemas.microsoft.com/office/drawing/2014/main" id="{8CCD1BC5-D101-4C01-81C1-7FF8742A9F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1" name="Freeform 42">
              <a:extLst>
                <a:ext uri="{FF2B5EF4-FFF2-40B4-BE49-F238E27FC236}">
                  <a16:creationId xmlns:a16="http://schemas.microsoft.com/office/drawing/2014/main" id="{A17E8AE7-5402-4272-B835-4D7737FB976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2" name="Freeform 43">
              <a:extLst>
                <a:ext uri="{FF2B5EF4-FFF2-40B4-BE49-F238E27FC236}">
                  <a16:creationId xmlns:a16="http://schemas.microsoft.com/office/drawing/2014/main" id="{A70BA0F0-662B-400D-96F0-856775AD8E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3" name="Freeform 44">
              <a:extLst>
                <a:ext uri="{FF2B5EF4-FFF2-40B4-BE49-F238E27FC236}">
                  <a16:creationId xmlns:a16="http://schemas.microsoft.com/office/drawing/2014/main" id="{6237128A-850A-48F0-B2BD-75F22AB96A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4" name="Rectangle 45">
              <a:extLst>
                <a:ext uri="{FF2B5EF4-FFF2-40B4-BE49-F238E27FC236}">
                  <a16:creationId xmlns:a16="http://schemas.microsoft.com/office/drawing/2014/main" id="{2B197E08-8492-4A4E-B361-F87B18AA80C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345" name="Freeform 46">
              <a:extLst>
                <a:ext uri="{FF2B5EF4-FFF2-40B4-BE49-F238E27FC236}">
                  <a16:creationId xmlns:a16="http://schemas.microsoft.com/office/drawing/2014/main" id="{4B13D97A-EA45-4023-B87C-42D1A2C2F4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6" name="Freeform 47">
              <a:extLst>
                <a:ext uri="{FF2B5EF4-FFF2-40B4-BE49-F238E27FC236}">
                  <a16:creationId xmlns:a16="http://schemas.microsoft.com/office/drawing/2014/main" id="{2F7138EF-D76C-4BF2-8432-A1EABFC159A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7" name="Freeform 48">
              <a:extLst>
                <a:ext uri="{FF2B5EF4-FFF2-40B4-BE49-F238E27FC236}">
                  <a16:creationId xmlns:a16="http://schemas.microsoft.com/office/drawing/2014/main" id="{F43FE86F-2580-40CA-9851-CE60402D02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8" name="Freeform 49">
              <a:extLst>
                <a:ext uri="{FF2B5EF4-FFF2-40B4-BE49-F238E27FC236}">
                  <a16:creationId xmlns:a16="http://schemas.microsoft.com/office/drawing/2014/main" id="{76E94030-098A-4B0D-B7BD-D1F73DC91D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9" name="Freeform 50">
              <a:extLst>
                <a:ext uri="{FF2B5EF4-FFF2-40B4-BE49-F238E27FC236}">
                  <a16:creationId xmlns:a16="http://schemas.microsoft.com/office/drawing/2014/main" id="{DFCB050E-19EC-4CFF-83D8-FDA88BE8C8E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0" name="Freeform 51">
              <a:extLst>
                <a:ext uri="{FF2B5EF4-FFF2-40B4-BE49-F238E27FC236}">
                  <a16:creationId xmlns:a16="http://schemas.microsoft.com/office/drawing/2014/main" id="{0892EE70-B2D4-487F-945A-B01FFFCAA5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1" name="Freeform 52">
              <a:extLst>
                <a:ext uri="{FF2B5EF4-FFF2-40B4-BE49-F238E27FC236}">
                  <a16:creationId xmlns:a16="http://schemas.microsoft.com/office/drawing/2014/main" id="{964C8FC1-25EC-4D77-816B-89FFB96AF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2" name="Freeform 53">
              <a:extLst>
                <a:ext uri="{FF2B5EF4-FFF2-40B4-BE49-F238E27FC236}">
                  <a16:creationId xmlns:a16="http://schemas.microsoft.com/office/drawing/2014/main" id="{A2B48E43-E761-478E-9E44-78D0B5EBDA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3" name="Freeform 54">
              <a:extLst>
                <a:ext uri="{FF2B5EF4-FFF2-40B4-BE49-F238E27FC236}">
                  <a16:creationId xmlns:a16="http://schemas.microsoft.com/office/drawing/2014/main" id="{E8F56C10-368E-446A-9DB9-32DAD9A7568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4" name="Freeform 55">
              <a:extLst>
                <a:ext uri="{FF2B5EF4-FFF2-40B4-BE49-F238E27FC236}">
                  <a16:creationId xmlns:a16="http://schemas.microsoft.com/office/drawing/2014/main" id="{0F48D8AD-0D3C-4717-A781-3E158CBF1D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5" name="Freeform 56">
              <a:extLst>
                <a:ext uri="{FF2B5EF4-FFF2-40B4-BE49-F238E27FC236}">
                  <a16:creationId xmlns:a16="http://schemas.microsoft.com/office/drawing/2014/main" id="{E8F033A8-FACE-4212-853A-D7325618FE4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6" name="Freeform 57">
              <a:extLst>
                <a:ext uri="{FF2B5EF4-FFF2-40B4-BE49-F238E27FC236}">
                  <a16:creationId xmlns:a16="http://schemas.microsoft.com/office/drawing/2014/main" id="{C7DDDBB4-AE52-4223-BE94-FA238EAAF7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7" name="Freeform 58">
              <a:extLst>
                <a:ext uri="{FF2B5EF4-FFF2-40B4-BE49-F238E27FC236}">
                  <a16:creationId xmlns:a16="http://schemas.microsoft.com/office/drawing/2014/main" id="{C00175D9-DBCB-40AD-B791-5D9DD885EB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
        <p:nvSpPr>
          <p:cNvPr id="2" name="Title 1">
            <a:extLst>
              <a:ext uri="{FF2B5EF4-FFF2-40B4-BE49-F238E27FC236}">
                <a16:creationId xmlns:a16="http://schemas.microsoft.com/office/drawing/2014/main" id="{55259948-0F44-D25C-7DB6-A5BCA3A44FA5}"/>
              </a:ext>
            </a:extLst>
          </p:cNvPr>
          <p:cNvSpPr>
            <a:spLocks noGrp="1"/>
          </p:cNvSpPr>
          <p:nvPr>
            <p:ph type="title"/>
          </p:nvPr>
        </p:nvSpPr>
        <p:spPr>
          <a:xfrm>
            <a:off x="1932624" y="4638714"/>
            <a:ext cx="8791575" cy="1301673"/>
          </a:xfrm>
        </p:spPr>
        <p:txBody>
          <a:bodyPr vert="horz" lIns="91440" tIns="45720" rIns="91440" bIns="45720" rtlCol="0" anchor="b">
            <a:normAutofit/>
          </a:bodyPr>
          <a:lstStyle/>
          <a:p>
            <a:r>
              <a:rPr lang="en-US" sz="4800" dirty="0"/>
              <a:t>Some OF GUI FRAME Desain</a:t>
            </a:r>
          </a:p>
        </p:txBody>
      </p:sp>
      <p:sp>
        <p:nvSpPr>
          <p:cNvPr id="7" name="Text Placeholder 6">
            <a:extLst>
              <a:ext uri="{FF2B5EF4-FFF2-40B4-BE49-F238E27FC236}">
                <a16:creationId xmlns:a16="http://schemas.microsoft.com/office/drawing/2014/main" id="{EA254672-FCEC-14AD-E2BD-75CA53AF43A8}"/>
              </a:ext>
            </a:extLst>
          </p:cNvPr>
          <p:cNvSpPr>
            <a:spLocks/>
          </p:cNvSpPr>
          <p:nvPr/>
        </p:nvSpPr>
        <p:spPr>
          <a:xfrm>
            <a:off x="1859758" y="5843186"/>
            <a:ext cx="8791575" cy="865991"/>
          </a:xfrm>
          <a:prstGeom prst="rect">
            <a:avLst/>
          </a:prstGeom>
        </p:spPr>
        <p:txBody>
          <a:bodyPr vert="horz" lIns="91440" tIns="45720" rIns="91440" bIns="45720" rtlCol="0">
            <a:normAutofit/>
          </a:bodyPr>
          <a:lstStyle/>
          <a:p>
            <a:pPr defTabSz="914400">
              <a:lnSpc>
                <a:spcPct val="120000"/>
              </a:lnSpc>
              <a:spcBef>
                <a:spcPts val="1000"/>
              </a:spcBef>
              <a:spcAft>
                <a:spcPts val="600"/>
              </a:spcAft>
              <a:buSzPct val="125000"/>
            </a:pPr>
            <a:r>
              <a:rPr lang="en-US" sz="2000" dirty="0">
                <a:solidFill>
                  <a:schemeClr val="tx2"/>
                </a:solidFill>
              </a:rPr>
              <a:t>some pictures of graphical interfaces and how they are interconnected</a:t>
            </a:r>
          </a:p>
        </p:txBody>
      </p:sp>
      <p:pic>
        <p:nvPicPr>
          <p:cNvPr id="14" name="Picture 13" descr="A screenshot of a book&#10;&#10;Description automatically generated">
            <a:extLst>
              <a:ext uri="{FF2B5EF4-FFF2-40B4-BE49-F238E27FC236}">
                <a16:creationId xmlns:a16="http://schemas.microsoft.com/office/drawing/2014/main" id="{9F4208F8-E71A-EC7C-005E-C85DC9E1FEDF}"/>
              </a:ext>
            </a:extLst>
          </p:cNvPr>
          <p:cNvPicPr>
            <a:picLocks noChangeAspect="1"/>
          </p:cNvPicPr>
          <p:nvPr/>
        </p:nvPicPr>
        <p:blipFill>
          <a:blip r:embed="rId4"/>
          <a:stretch>
            <a:fillRect/>
          </a:stretch>
        </p:blipFill>
        <p:spPr>
          <a:xfrm>
            <a:off x="2381251" y="2393157"/>
            <a:ext cx="1956851" cy="2302177"/>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pic>
        <p:nvPicPr>
          <p:cNvPr id="10" name="Picture 9" descr="A screenshot of a login screen&#10;&#10;Description automatically generated">
            <a:extLst>
              <a:ext uri="{FF2B5EF4-FFF2-40B4-BE49-F238E27FC236}">
                <a16:creationId xmlns:a16="http://schemas.microsoft.com/office/drawing/2014/main" id="{3DEC002C-AAC6-4E69-B6A1-CA75F23D9BB8}"/>
              </a:ext>
            </a:extLst>
          </p:cNvPr>
          <p:cNvPicPr>
            <a:picLocks noChangeAspect="1"/>
          </p:cNvPicPr>
          <p:nvPr/>
        </p:nvPicPr>
        <p:blipFill>
          <a:blip r:embed="rId5"/>
          <a:stretch>
            <a:fillRect/>
          </a:stretch>
        </p:blipFill>
        <p:spPr>
          <a:xfrm>
            <a:off x="2381251" y="528946"/>
            <a:ext cx="1948472" cy="1612360"/>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pic>
        <p:nvPicPr>
          <p:cNvPr id="18" name="Picture 17" descr="A screenshot of a computer&#10;&#10;Description automatically generated">
            <a:extLst>
              <a:ext uri="{FF2B5EF4-FFF2-40B4-BE49-F238E27FC236}">
                <a16:creationId xmlns:a16="http://schemas.microsoft.com/office/drawing/2014/main" id="{608503F5-8EEB-6C1E-0AC5-BFD258BF8F53}"/>
              </a:ext>
            </a:extLst>
          </p:cNvPr>
          <p:cNvPicPr>
            <a:picLocks noChangeAspect="1"/>
          </p:cNvPicPr>
          <p:nvPr/>
        </p:nvPicPr>
        <p:blipFill>
          <a:blip r:embed="rId6"/>
          <a:stretch>
            <a:fillRect/>
          </a:stretch>
        </p:blipFill>
        <p:spPr>
          <a:xfrm>
            <a:off x="6735205" y="2627771"/>
            <a:ext cx="1972308" cy="1612361"/>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pic>
        <p:nvPicPr>
          <p:cNvPr id="145" name="Picture 144">
            <a:extLst>
              <a:ext uri="{FF2B5EF4-FFF2-40B4-BE49-F238E27FC236}">
                <a16:creationId xmlns:a16="http://schemas.microsoft.com/office/drawing/2014/main" id="{EA21DB24-197B-D5C1-FC19-DCD443E3FF47}"/>
              </a:ext>
            </a:extLst>
          </p:cNvPr>
          <p:cNvPicPr>
            <a:picLocks noChangeAspect="1"/>
          </p:cNvPicPr>
          <p:nvPr/>
        </p:nvPicPr>
        <p:blipFill>
          <a:blip r:embed="rId7"/>
          <a:stretch>
            <a:fillRect/>
          </a:stretch>
        </p:blipFill>
        <p:spPr>
          <a:xfrm>
            <a:off x="7817732" y="383435"/>
            <a:ext cx="2467061" cy="1903382"/>
          </a:xfrm>
          <a:prstGeom prst="rect">
            <a:avLst/>
          </a:prstGeom>
        </p:spPr>
      </p:pic>
      <p:pic>
        <p:nvPicPr>
          <p:cNvPr id="4" name="Picture 3">
            <a:extLst>
              <a:ext uri="{FF2B5EF4-FFF2-40B4-BE49-F238E27FC236}">
                <a16:creationId xmlns:a16="http://schemas.microsoft.com/office/drawing/2014/main" id="{47CB7F3C-391E-8C22-819E-14DB9D90C6EA}"/>
              </a:ext>
            </a:extLst>
          </p:cNvPr>
          <p:cNvPicPr>
            <a:picLocks noChangeAspect="1"/>
          </p:cNvPicPr>
          <p:nvPr/>
        </p:nvPicPr>
        <p:blipFill>
          <a:blip r:embed="rId8"/>
          <a:stretch>
            <a:fillRect/>
          </a:stretch>
        </p:blipFill>
        <p:spPr>
          <a:xfrm>
            <a:off x="5031919" y="504388"/>
            <a:ext cx="2115457" cy="1903381"/>
          </a:xfrm>
          <a:prstGeom prst="rect">
            <a:avLst/>
          </a:prstGeom>
        </p:spPr>
      </p:pic>
      <p:cxnSp>
        <p:nvCxnSpPr>
          <p:cNvPr id="231" name="Connector: Elbow 230">
            <a:extLst>
              <a:ext uri="{FF2B5EF4-FFF2-40B4-BE49-F238E27FC236}">
                <a16:creationId xmlns:a16="http://schemas.microsoft.com/office/drawing/2014/main" id="{208B4FB8-C8B6-6D84-6D9F-9241DA2B97C8}"/>
              </a:ext>
            </a:extLst>
          </p:cNvPr>
          <p:cNvCxnSpPr>
            <a:cxnSpLocks/>
            <a:endCxn id="14" idx="0"/>
          </p:cNvCxnSpPr>
          <p:nvPr/>
        </p:nvCxnSpPr>
        <p:spPr>
          <a:xfrm rot="5400000">
            <a:off x="3718264" y="1651050"/>
            <a:ext cx="2513035" cy="1273357"/>
          </a:xfrm>
          <a:prstGeom prst="bentConnector2">
            <a:avLst/>
          </a:prstGeom>
          <a:ln w="19050" cap="flat" cmpd="sng" algn="ctr">
            <a:solidFill>
              <a:schemeClr val="dk1"/>
            </a:solidFill>
            <a:prstDash val="solid"/>
            <a:round/>
            <a:headEnd type="none" w="med" len="med"/>
            <a:tailEnd type="arrow" w="med" len="med"/>
          </a:ln>
          <a:scene3d>
            <a:camera prst="orthographicFront"/>
            <a:lightRig rig="threePt" dir="t"/>
          </a:scene3d>
          <a:sp3d>
            <a:bevelT prst="relaxedInset"/>
          </a:sp3d>
        </p:spPr>
        <p:style>
          <a:lnRef idx="0">
            <a:scrgbClr r="0" g="0" b="0"/>
          </a:lnRef>
          <a:fillRef idx="0">
            <a:scrgbClr r="0" g="0" b="0"/>
          </a:fillRef>
          <a:effectRef idx="0">
            <a:scrgbClr r="0" g="0" b="0"/>
          </a:effectRef>
          <a:fontRef idx="minor">
            <a:schemeClr val="tx1"/>
          </a:fontRef>
        </p:style>
      </p:cxnSp>
      <p:cxnSp>
        <p:nvCxnSpPr>
          <p:cNvPr id="371" name="Connector: Elbow 370">
            <a:extLst>
              <a:ext uri="{FF2B5EF4-FFF2-40B4-BE49-F238E27FC236}">
                <a16:creationId xmlns:a16="http://schemas.microsoft.com/office/drawing/2014/main" id="{842CFA52-261F-EB2E-79FE-4C9845DC4946}"/>
              </a:ext>
            </a:extLst>
          </p:cNvPr>
          <p:cNvCxnSpPr>
            <a:cxnSpLocks/>
            <a:endCxn id="18" idx="3"/>
          </p:cNvCxnSpPr>
          <p:nvPr/>
        </p:nvCxnSpPr>
        <p:spPr>
          <a:xfrm>
            <a:off x="6580542" y="1554163"/>
            <a:ext cx="1140817" cy="1073608"/>
          </a:xfrm>
          <a:prstGeom prst="bentConnector2">
            <a:avLst/>
          </a:prstGeom>
          <a:ln w="19050" cap="flat" cmpd="sng" algn="ctr">
            <a:solidFill>
              <a:schemeClr val="dk1"/>
            </a:solidFill>
            <a:prstDash val="solid"/>
            <a:round/>
            <a:headEnd type="none" w="med" len="med"/>
            <a:tailEnd type="arrow" w="med" len="med"/>
          </a:ln>
          <a:scene3d>
            <a:camera prst="orthographicFront"/>
            <a:lightRig rig="threePt" dir="t"/>
          </a:scene3d>
          <a:sp3d>
            <a:bevelT prst="relaxedInset"/>
          </a:sp3d>
        </p:spPr>
        <p:style>
          <a:lnRef idx="0">
            <a:scrgbClr r="0" g="0" b="0"/>
          </a:lnRef>
          <a:fillRef idx="0">
            <a:scrgbClr r="0" g="0" b="0"/>
          </a:fillRef>
          <a:effectRef idx="0">
            <a:scrgbClr r="0" g="0" b="0"/>
          </a:effectRef>
          <a:fontRef idx="minor">
            <a:schemeClr val="tx1"/>
          </a:fontRef>
        </p:style>
      </p:cxnSp>
      <p:cxnSp>
        <p:nvCxnSpPr>
          <p:cNvPr id="366" name="Connector: Elbow 365">
            <a:extLst>
              <a:ext uri="{FF2B5EF4-FFF2-40B4-BE49-F238E27FC236}">
                <a16:creationId xmlns:a16="http://schemas.microsoft.com/office/drawing/2014/main" id="{43626061-F008-A4D1-631F-6DBF49E8A908}"/>
              </a:ext>
            </a:extLst>
          </p:cNvPr>
          <p:cNvCxnSpPr>
            <a:cxnSpLocks/>
          </p:cNvCxnSpPr>
          <p:nvPr/>
        </p:nvCxnSpPr>
        <p:spPr>
          <a:xfrm flipV="1">
            <a:off x="6580542" y="1118409"/>
            <a:ext cx="1237190" cy="186944"/>
          </a:xfrm>
          <a:prstGeom prst="bentConnector3">
            <a:avLst>
              <a:gd name="adj1" fmla="val 50000"/>
            </a:avLst>
          </a:prstGeom>
          <a:ln w="19050" cap="flat" cmpd="sng" algn="ctr">
            <a:solidFill>
              <a:schemeClr val="dk1"/>
            </a:solidFill>
            <a:prstDash val="solid"/>
            <a:round/>
            <a:headEnd type="none" w="med" len="med"/>
            <a:tailEnd type="arrow" w="med" len="med"/>
          </a:ln>
          <a:scene3d>
            <a:camera prst="orthographicFront"/>
            <a:lightRig rig="threePt" dir="t"/>
          </a:scene3d>
          <a:sp3d>
            <a:bevelT prst="relaxedInset"/>
          </a:sp3d>
        </p:spPr>
        <p:style>
          <a:lnRef idx="0">
            <a:scrgbClr r="0" g="0" b="0"/>
          </a:lnRef>
          <a:fillRef idx="0">
            <a:scrgbClr r="0" g="0" b="0"/>
          </a:fillRef>
          <a:effectRef idx="0">
            <a:scrgbClr r="0" g="0" b="0"/>
          </a:effectRef>
          <a:fontRef idx="minor">
            <a:schemeClr val="tx1"/>
          </a:fontRef>
        </p:style>
      </p:cxnSp>
      <p:cxnSp>
        <p:nvCxnSpPr>
          <p:cNvPr id="186" name="Connector: Elbow 185">
            <a:extLst>
              <a:ext uri="{FF2B5EF4-FFF2-40B4-BE49-F238E27FC236}">
                <a16:creationId xmlns:a16="http://schemas.microsoft.com/office/drawing/2014/main" id="{963AF2F4-66AC-361D-0655-EDA56FF18A8B}"/>
              </a:ext>
            </a:extLst>
          </p:cNvPr>
          <p:cNvCxnSpPr>
            <a:cxnSpLocks/>
            <a:stCxn id="10" idx="0"/>
          </p:cNvCxnSpPr>
          <p:nvPr/>
        </p:nvCxnSpPr>
        <p:spPr>
          <a:xfrm flipV="1">
            <a:off x="4329723" y="1305353"/>
            <a:ext cx="605823" cy="29773"/>
          </a:xfrm>
          <a:prstGeom prst="bentConnector3">
            <a:avLst>
              <a:gd name="adj1" fmla="val 52875"/>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 name="Connector: Elbow 7">
            <a:extLst>
              <a:ext uri="{FF2B5EF4-FFF2-40B4-BE49-F238E27FC236}">
                <a16:creationId xmlns:a16="http://schemas.microsoft.com/office/drawing/2014/main" id="{58D494BC-D402-9F6A-82EA-DB5E33F4B4A6}"/>
              </a:ext>
            </a:extLst>
          </p:cNvPr>
          <p:cNvCxnSpPr>
            <a:cxnSpLocks/>
          </p:cNvCxnSpPr>
          <p:nvPr/>
        </p:nvCxnSpPr>
        <p:spPr>
          <a:xfrm>
            <a:off x="6623084" y="1960659"/>
            <a:ext cx="3861331" cy="581121"/>
          </a:xfrm>
          <a:prstGeom prst="bentConnector2">
            <a:avLst/>
          </a:prstGeom>
          <a:ln w="19050" cap="flat" cmpd="sng" algn="ctr">
            <a:solidFill>
              <a:schemeClr val="dk1"/>
            </a:solidFill>
            <a:prstDash val="solid"/>
            <a:round/>
            <a:headEnd type="none" w="med" len="med"/>
            <a:tailEnd type="arrow" w="med" len="med"/>
          </a:ln>
          <a:scene3d>
            <a:camera prst="orthographicFront"/>
            <a:lightRig rig="threePt" dir="t"/>
          </a:scene3d>
          <a:sp3d>
            <a:bevelT prst="relaxedInset"/>
          </a:sp3d>
        </p:spPr>
        <p:style>
          <a:lnRef idx="0">
            <a:scrgbClr r="0" g="0" b="0"/>
          </a:lnRef>
          <a:fillRef idx="0">
            <a:scrgbClr r="0" g="0" b="0"/>
          </a:fillRef>
          <a:effectRef idx="0">
            <a:scrgbClr r="0" g="0" b="0"/>
          </a:effectRef>
          <a:fontRef idx="minor">
            <a:schemeClr val="tx1"/>
          </a:fontRef>
        </p:style>
      </p:cxnSp>
      <p:pic>
        <p:nvPicPr>
          <p:cNvPr id="13" name="Picture 12">
            <a:extLst>
              <a:ext uri="{FF2B5EF4-FFF2-40B4-BE49-F238E27FC236}">
                <a16:creationId xmlns:a16="http://schemas.microsoft.com/office/drawing/2014/main" id="{57338932-504F-D2B0-2247-DEB9C527F1EA}"/>
              </a:ext>
            </a:extLst>
          </p:cNvPr>
          <p:cNvPicPr>
            <a:picLocks noChangeAspect="1"/>
          </p:cNvPicPr>
          <p:nvPr/>
        </p:nvPicPr>
        <p:blipFill>
          <a:blip r:embed="rId9"/>
          <a:stretch>
            <a:fillRect/>
          </a:stretch>
        </p:blipFill>
        <p:spPr>
          <a:xfrm>
            <a:off x="9341893" y="2540001"/>
            <a:ext cx="2383850" cy="2412502"/>
          </a:xfrm>
          <a:prstGeom prst="rect">
            <a:avLst/>
          </a:prstGeom>
        </p:spPr>
      </p:pic>
    </p:spTree>
    <p:extLst>
      <p:ext uri="{BB962C8B-B14F-4D97-AF65-F5344CB8AC3E}">
        <p14:creationId xmlns:p14="http://schemas.microsoft.com/office/powerpoint/2010/main" val="120295580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239" name="Picture 2">
            <a:extLst>
              <a:ext uri="{FF2B5EF4-FFF2-40B4-BE49-F238E27FC236}">
                <a16:creationId xmlns:a16="http://schemas.microsoft.com/office/drawing/2014/main" id="{19AFBE53-1417-406B-8083-DBE0DA72F29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268" name="Group 267">
            <a:extLst>
              <a:ext uri="{FF2B5EF4-FFF2-40B4-BE49-F238E27FC236}">
                <a16:creationId xmlns:a16="http://schemas.microsoft.com/office/drawing/2014/main" id="{FB9EE4F0-B261-4AB0-BEE3-AA9DD198FC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81" name="Rectangle 5">
              <a:extLst>
                <a:ext uri="{FF2B5EF4-FFF2-40B4-BE49-F238E27FC236}">
                  <a16:creationId xmlns:a16="http://schemas.microsoft.com/office/drawing/2014/main" id="{2E326B6E-9130-4E5B-8C29-0412BDFD525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82" name="Freeform 6">
              <a:extLst>
                <a:ext uri="{FF2B5EF4-FFF2-40B4-BE49-F238E27FC236}">
                  <a16:creationId xmlns:a16="http://schemas.microsoft.com/office/drawing/2014/main" id="{D15BBE67-0A7A-4318-94C9-9EDC68E9E4C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3" name="Freeform 7">
              <a:extLst>
                <a:ext uri="{FF2B5EF4-FFF2-40B4-BE49-F238E27FC236}">
                  <a16:creationId xmlns:a16="http://schemas.microsoft.com/office/drawing/2014/main" id="{6C189044-A310-4008-ABE3-A833238AA1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4" name="Rectangle 8">
              <a:extLst>
                <a:ext uri="{FF2B5EF4-FFF2-40B4-BE49-F238E27FC236}">
                  <a16:creationId xmlns:a16="http://schemas.microsoft.com/office/drawing/2014/main" id="{714E393D-E3AB-4084-8580-2EC4D75B0BC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85" name="Freeform 9">
              <a:extLst>
                <a:ext uri="{FF2B5EF4-FFF2-40B4-BE49-F238E27FC236}">
                  <a16:creationId xmlns:a16="http://schemas.microsoft.com/office/drawing/2014/main" id="{5407A34B-6BDC-4CC4-9D15-2E71F3DB40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6" name="Freeform 10">
              <a:extLst>
                <a:ext uri="{FF2B5EF4-FFF2-40B4-BE49-F238E27FC236}">
                  <a16:creationId xmlns:a16="http://schemas.microsoft.com/office/drawing/2014/main" id="{5E952981-3D27-403A-9B35-14226166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7" name="Freeform 11">
              <a:extLst>
                <a:ext uri="{FF2B5EF4-FFF2-40B4-BE49-F238E27FC236}">
                  <a16:creationId xmlns:a16="http://schemas.microsoft.com/office/drawing/2014/main" id="{339D7F6E-841D-4697-A877-0F25113BAF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8" name="Freeform 12">
              <a:extLst>
                <a:ext uri="{FF2B5EF4-FFF2-40B4-BE49-F238E27FC236}">
                  <a16:creationId xmlns:a16="http://schemas.microsoft.com/office/drawing/2014/main" id="{226F9E1B-2970-4504-8E6C-1A42D05FC2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9" name="Freeform 13">
              <a:extLst>
                <a:ext uri="{FF2B5EF4-FFF2-40B4-BE49-F238E27FC236}">
                  <a16:creationId xmlns:a16="http://schemas.microsoft.com/office/drawing/2014/main" id="{6F11A9CB-BE43-4423-987B-B43046D14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0" name="Freeform 14">
              <a:extLst>
                <a:ext uri="{FF2B5EF4-FFF2-40B4-BE49-F238E27FC236}">
                  <a16:creationId xmlns:a16="http://schemas.microsoft.com/office/drawing/2014/main" id="{F21925AB-CEC6-4210-929C-5BAB1C9579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1" name="Freeform 15">
              <a:extLst>
                <a:ext uri="{FF2B5EF4-FFF2-40B4-BE49-F238E27FC236}">
                  <a16:creationId xmlns:a16="http://schemas.microsoft.com/office/drawing/2014/main" id="{9B4BB7F4-36A3-49C5-A85E-660BF09014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2" name="Freeform 16">
              <a:extLst>
                <a:ext uri="{FF2B5EF4-FFF2-40B4-BE49-F238E27FC236}">
                  <a16:creationId xmlns:a16="http://schemas.microsoft.com/office/drawing/2014/main" id="{89A82E2C-666C-4E88-B3A9-C95B5AE94DC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3" name="Freeform 17">
              <a:extLst>
                <a:ext uri="{FF2B5EF4-FFF2-40B4-BE49-F238E27FC236}">
                  <a16:creationId xmlns:a16="http://schemas.microsoft.com/office/drawing/2014/main" id="{1363187E-6516-4018-A78B-CE0F7F232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4" name="Freeform 18">
              <a:extLst>
                <a:ext uri="{FF2B5EF4-FFF2-40B4-BE49-F238E27FC236}">
                  <a16:creationId xmlns:a16="http://schemas.microsoft.com/office/drawing/2014/main" id="{3FF62829-5C7E-4110-A186-F4E8655E29F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5" name="Freeform 19">
              <a:extLst>
                <a:ext uri="{FF2B5EF4-FFF2-40B4-BE49-F238E27FC236}">
                  <a16:creationId xmlns:a16="http://schemas.microsoft.com/office/drawing/2014/main" id="{87E9C9B7-0C7F-44A7-B610-5B095C4425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6" name="Freeform 20">
              <a:extLst>
                <a:ext uri="{FF2B5EF4-FFF2-40B4-BE49-F238E27FC236}">
                  <a16:creationId xmlns:a16="http://schemas.microsoft.com/office/drawing/2014/main" id="{3037E5EC-D21D-4C3F-B081-B46C3B47CF6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7" name="Freeform 21">
              <a:extLst>
                <a:ext uri="{FF2B5EF4-FFF2-40B4-BE49-F238E27FC236}">
                  <a16:creationId xmlns:a16="http://schemas.microsoft.com/office/drawing/2014/main" id="{EAE8AAB2-DE35-4AED-8C9C-0718A33A846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8" name="Freeform 22">
              <a:extLst>
                <a:ext uri="{FF2B5EF4-FFF2-40B4-BE49-F238E27FC236}">
                  <a16:creationId xmlns:a16="http://schemas.microsoft.com/office/drawing/2014/main" id="{062ACCDA-6A76-4812-BA3A-F3C6E1443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9" name="Freeform 23">
              <a:extLst>
                <a:ext uri="{FF2B5EF4-FFF2-40B4-BE49-F238E27FC236}">
                  <a16:creationId xmlns:a16="http://schemas.microsoft.com/office/drawing/2014/main" id="{38825C85-74E0-4664-95AC-682625B9916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0" name="Freeform 24">
              <a:extLst>
                <a:ext uri="{FF2B5EF4-FFF2-40B4-BE49-F238E27FC236}">
                  <a16:creationId xmlns:a16="http://schemas.microsoft.com/office/drawing/2014/main" id="{D87E8B0A-2B1D-48E5-8107-F2855CFFD27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1" name="Freeform 25">
              <a:extLst>
                <a:ext uri="{FF2B5EF4-FFF2-40B4-BE49-F238E27FC236}">
                  <a16:creationId xmlns:a16="http://schemas.microsoft.com/office/drawing/2014/main" id="{E46FC211-5F4B-478B-8761-A65D21166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2" name="Freeform 26">
              <a:extLst>
                <a:ext uri="{FF2B5EF4-FFF2-40B4-BE49-F238E27FC236}">
                  <a16:creationId xmlns:a16="http://schemas.microsoft.com/office/drawing/2014/main" id="{43C493A4-4703-4917-A281-F15E323F14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3" name="Freeform 27">
              <a:extLst>
                <a:ext uri="{FF2B5EF4-FFF2-40B4-BE49-F238E27FC236}">
                  <a16:creationId xmlns:a16="http://schemas.microsoft.com/office/drawing/2014/main" id="{4B369EDA-1458-423B-839F-4FB0EE9204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4" name="Freeform 28">
              <a:extLst>
                <a:ext uri="{FF2B5EF4-FFF2-40B4-BE49-F238E27FC236}">
                  <a16:creationId xmlns:a16="http://schemas.microsoft.com/office/drawing/2014/main" id="{DB5E8117-FFBB-49D5-87C6-24D8E06CE3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5" name="Freeform 29">
              <a:extLst>
                <a:ext uri="{FF2B5EF4-FFF2-40B4-BE49-F238E27FC236}">
                  <a16:creationId xmlns:a16="http://schemas.microsoft.com/office/drawing/2014/main" id="{04D5DC4A-7C40-4236-B475-FA6AA43694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6" name="Freeform 30">
              <a:extLst>
                <a:ext uri="{FF2B5EF4-FFF2-40B4-BE49-F238E27FC236}">
                  <a16:creationId xmlns:a16="http://schemas.microsoft.com/office/drawing/2014/main" id="{76858373-C51B-4201-80F4-8033167041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7" name="Freeform 31">
              <a:extLst>
                <a:ext uri="{FF2B5EF4-FFF2-40B4-BE49-F238E27FC236}">
                  <a16:creationId xmlns:a16="http://schemas.microsoft.com/office/drawing/2014/main" id="{D159A53F-DA7E-4CD5-AA84-55B3AC5EEA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8" name="Freeform 32">
              <a:extLst>
                <a:ext uri="{FF2B5EF4-FFF2-40B4-BE49-F238E27FC236}">
                  <a16:creationId xmlns:a16="http://schemas.microsoft.com/office/drawing/2014/main" id="{E4B70A8B-09AC-45AA-952C-242D7E14746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9" name="Rectangle 33">
              <a:extLst>
                <a:ext uri="{FF2B5EF4-FFF2-40B4-BE49-F238E27FC236}">
                  <a16:creationId xmlns:a16="http://schemas.microsoft.com/office/drawing/2014/main" id="{63C8CAD6-F5BE-4961-AC48-2A34FA4E778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210" name="Freeform 34">
              <a:extLst>
                <a:ext uri="{FF2B5EF4-FFF2-40B4-BE49-F238E27FC236}">
                  <a16:creationId xmlns:a16="http://schemas.microsoft.com/office/drawing/2014/main" id="{AEBA7DBD-C171-47A7-9249-562A06AC2B6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1" name="Freeform 35">
              <a:extLst>
                <a:ext uri="{FF2B5EF4-FFF2-40B4-BE49-F238E27FC236}">
                  <a16:creationId xmlns:a16="http://schemas.microsoft.com/office/drawing/2014/main" id="{80F934E3-6775-4A9E-8666-7D050E4287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2" name="Freeform 36">
              <a:extLst>
                <a:ext uri="{FF2B5EF4-FFF2-40B4-BE49-F238E27FC236}">
                  <a16:creationId xmlns:a16="http://schemas.microsoft.com/office/drawing/2014/main" id="{F7E8F3A1-E3AE-4A22-82FE-71C4C163AF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3" name="Freeform 37">
              <a:extLst>
                <a:ext uri="{FF2B5EF4-FFF2-40B4-BE49-F238E27FC236}">
                  <a16:creationId xmlns:a16="http://schemas.microsoft.com/office/drawing/2014/main" id="{27DFF928-27F3-44A1-9468-219DD390BE0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4" name="Freeform 38">
              <a:extLst>
                <a:ext uri="{FF2B5EF4-FFF2-40B4-BE49-F238E27FC236}">
                  <a16:creationId xmlns:a16="http://schemas.microsoft.com/office/drawing/2014/main" id="{47C61A3E-9A0A-4547-9B8A-DD8CD6D473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5" name="Freeform 39">
              <a:extLst>
                <a:ext uri="{FF2B5EF4-FFF2-40B4-BE49-F238E27FC236}">
                  <a16:creationId xmlns:a16="http://schemas.microsoft.com/office/drawing/2014/main" id="{FC684095-4805-413B-A9EB-63A2417B53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6" name="Freeform 40">
              <a:extLst>
                <a:ext uri="{FF2B5EF4-FFF2-40B4-BE49-F238E27FC236}">
                  <a16:creationId xmlns:a16="http://schemas.microsoft.com/office/drawing/2014/main" id="{AF830B5E-DCF9-4CBD-8746-C5219013D8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7" name="Freeform 41">
              <a:extLst>
                <a:ext uri="{FF2B5EF4-FFF2-40B4-BE49-F238E27FC236}">
                  <a16:creationId xmlns:a16="http://schemas.microsoft.com/office/drawing/2014/main" id="{FE6882C0-1C73-4E53-A884-3202385D7C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8" name="Freeform 42">
              <a:extLst>
                <a:ext uri="{FF2B5EF4-FFF2-40B4-BE49-F238E27FC236}">
                  <a16:creationId xmlns:a16="http://schemas.microsoft.com/office/drawing/2014/main" id="{9611015E-699B-4BA5-A162-8BABC91454C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9" name="Freeform 43">
              <a:extLst>
                <a:ext uri="{FF2B5EF4-FFF2-40B4-BE49-F238E27FC236}">
                  <a16:creationId xmlns:a16="http://schemas.microsoft.com/office/drawing/2014/main" id="{8C6A611F-CBE4-46B7-96F6-803B2D2607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0" name="Freeform 44">
              <a:extLst>
                <a:ext uri="{FF2B5EF4-FFF2-40B4-BE49-F238E27FC236}">
                  <a16:creationId xmlns:a16="http://schemas.microsoft.com/office/drawing/2014/main" id="{FDCF0D71-6D32-4B72-B7E1-678BA980A8C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1" name="Rectangle 45">
              <a:extLst>
                <a:ext uri="{FF2B5EF4-FFF2-40B4-BE49-F238E27FC236}">
                  <a16:creationId xmlns:a16="http://schemas.microsoft.com/office/drawing/2014/main" id="{FE6E605A-8ECF-47E5-ABDD-B4874FF18F1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222" name="Freeform 46">
              <a:extLst>
                <a:ext uri="{FF2B5EF4-FFF2-40B4-BE49-F238E27FC236}">
                  <a16:creationId xmlns:a16="http://schemas.microsoft.com/office/drawing/2014/main" id="{1329BFCB-3C83-438B-8C18-20576CA6B3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3" name="Freeform 47">
              <a:extLst>
                <a:ext uri="{FF2B5EF4-FFF2-40B4-BE49-F238E27FC236}">
                  <a16:creationId xmlns:a16="http://schemas.microsoft.com/office/drawing/2014/main" id="{9E013566-6E0D-4B88-9731-0BBACA14083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4" name="Freeform 48">
              <a:extLst>
                <a:ext uri="{FF2B5EF4-FFF2-40B4-BE49-F238E27FC236}">
                  <a16:creationId xmlns:a16="http://schemas.microsoft.com/office/drawing/2014/main" id="{1668707D-D4E8-40EC-94C2-F83C6E2226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5" name="Freeform 49">
              <a:extLst>
                <a:ext uri="{FF2B5EF4-FFF2-40B4-BE49-F238E27FC236}">
                  <a16:creationId xmlns:a16="http://schemas.microsoft.com/office/drawing/2014/main" id="{0CE0CBC9-140F-475C-93C6-446BDBB76C7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6" name="Freeform 50">
              <a:extLst>
                <a:ext uri="{FF2B5EF4-FFF2-40B4-BE49-F238E27FC236}">
                  <a16:creationId xmlns:a16="http://schemas.microsoft.com/office/drawing/2014/main" id="{0ED9FFD9-3111-4C21-8013-063D0A89F3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7" name="Freeform 51">
              <a:extLst>
                <a:ext uri="{FF2B5EF4-FFF2-40B4-BE49-F238E27FC236}">
                  <a16:creationId xmlns:a16="http://schemas.microsoft.com/office/drawing/2014/main" id="{C75E760C-E1DB-475D-905D-FC3F430FE3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8" name="Freeform 52">
              <a:extLst>
                <a:ext uri="{FF2B5EF4-FFF2-40B4-BE49-F238E27FC236}">
                  <a16:creationId xmlns:a16="http://schemas.microsoft.com/office/drawing/2014/main" id="{1F4DF02E-1FC7-48AB-8CDA-940C8A500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9" name="Freeform 53">
              <a:extLst>
                <a:ext uri="{FF2B5EF4-FFF2-40B4-BE49-F238E27FC236}">
                  <a16:creationId xmlns:a16="http://schemas.microsoft.com/office/drawing/2014/main" id="{193ABE5A-1C12-4B38-8078-51A0BAB3C00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0" name="Freeform 54">
              <a:extLst>
                <a:ext uri="{FF2B5EF4-FFF2-40B4-BE49-F238E27FC236}">
                  <a16:creationId xmlns:a16="http://schemas.microsoft.com/office/drawing/2014/main" id="{3A57AD1C-4CC5-4E62-A352-D3B142B9DF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1" name="Freeform 55">
              <a:extLst>
                <a:ext uri="{FF2B5EF4-FFF2-40B4-BE49-F238E27FC236}">
                  <a16:creationId xmlns:a16="http://schemas.microsoft.com/office/drawing/2014/main" id="{646D40AD-4384-42ED-B1A0-A47C165C6D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2" name="Freeform 56">
              <a:extLst>
                <a:ext uri="{FF2B5EF4-FFF2-40B4-BE49-F238E27FC236}">
                  <a16:creationId xmlns:a16="http://schemas.microsoft.com/office/drawing/2014/main" id="{0786C2FA-21FD-4F48-9E96-C5D8E6159EB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3" name="Freeform 57">
              <a:extLst>
                <a:ext uri="{FF2B5EF4-FFF2-40B4-BE49-F238E27FC236}">
                  <a16:creationId xmlns:a16="http://schemas.microsoft.com/office/drawing/2014/main" id="{AFE6F50A-21B5-4B98-9C3B-B89FFC6FB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4" name="Freeform 58">
              <a:extLst>
                <a:ext uri="{FF2B5EF4-FFF2-40B4-BE49-F238E27FC236}">
                  <a16:creationId xmlns:a16="http://schemas.microsoft.com/office/drawing/2014/main" id="{2454210A-9717-44AF-9D76-0426534C357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grpSp>
        <p:nvGrpSpPr>
          <p:cNvPr id="236" name="Group 235">
            <a:extLst>
              <a:ext uri="{FF2B5EF4-FFF2-40B4-BE49-F238E27FC236}">
                <a16:creationId xmlns:a16="http://schemas.microsoft.com/office/drawing/2014/main" id="{3DBB98A2-DF34-4C5C-92C5-02183F7D57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237" name="Rectangle 236">
              <a:extLst>
                <a:ext uri="{FF2B5EF4-FFF2-40B4-BE49-F238E27FC236}">
                  <a16:creationId xmlns:a16="http://schemas.microsoft.com/office/drawing/2014/main" id="{4F2E3CBD-E828-4A17-A3C2-62922440D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8" name="Picture 2">
              <a:extLst>
                <a:ext uri="{FF2B5EF4-FFF2-40B4-BE49-F238E27FC236}">
                  <a16:creationId xmlns:a16="http://schemas.microsoft.com/office/drawing/2014/main" id="{917E9E6B-C369-47C9-B546-AE893E09964B}"/>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p14="http://schemas.microsoft.com/office/powerpoint/2010/main" xmlns:mc="http://schemas.openxmlformats.org/markup-compatibility/2006" xmlns:a14="http://schemas.microsoft.com/office/drawing/2010/main">
                  <a:solidFill>
                    <a:srgbClr val="FFFFFF"/>
                  </a:solidFill>
                </a14:hiddenFill>
              </a:ext>
            </a:extLst>
          </p:spPr>
        </p:pic>
      </p:grpSp>
      <p:sp>
        <p:nvSpPr>
          <p:cNvPr id="2" name="Title 1">
            <a:extLst>
              <a:ext uri="{FF2B5EF4-FFF2-40B4-BE49-F238E27FC236}">
                <a16:creationId xmlns:a16="http://schemas.microsoft.com/office/drawing/2014/main" id="{6AAB2A61-4959-4B00-B3DC-24A0E491DF40}"/>
              </a:ext>
            </a:extLst>
          </p:cNvPr>
          <p:cNvSpPr>
            <a:spLocks noGrp="1"/>
          </p:cNvSpPr>
          <p:nvPr>
            <p:ph type="title"/>
          </p:nvPr>
        </p:nvSpPr>
        <p:spPr>
          <a:xfrm>
            <a:off x="1143000" y="4275668"/>
            <a:ext cx="8830733" cy="936096"/>
          </a:xfrm>
        </p:spPr>
        <p:txBody>
          <a:bodyPr vert="horz" lIns="91440" tIns="45720" rIns="91440" bIns="45720" rtlCol="0" anchor="b">
            <a:normAutofit fontScale="90000"/>
          </a:bodyPr>
          <a:lstStyle/>
          <a:p>
            <a:pPr>
              <a:lnSpc>
                <a:spcPct val="150000"/>
              </a:lnSpc>
            </a:pPr>
            <a:r>
              <a:rPr lang="en-US" sz="1800" dirty="0">
                <a:solidFill>
                  <a:srgbClr val="FFC000"/>
                </a:solidFill>
              </a:rPr>
              <a:t>Login functionality </a:t>
            </a:r>
            <a:r>
              <a:rPr lang="ar-OM" sz="1800" dirty="0">
                <a:solidFill>
                  <a:srgbClr val="FFC000"/>
                </a:solidFill>
              </a:rPr>
              <a:t>:</a:t>
            </a:r>
            <a:br>
              <a:rPr lang="ar-OM" sz="1400" dirty="0"/>
            </a:br>
            <a:r>
              <a:rPr lang="en-US" sz="1400" dirty="0">
                <a:effectLst>
                  <a:outerShdw blurRad="38100" dist="38100" dir="2700000" algn="tl">
                    <a:srgbClr val="000000">
                      <a:alpha val="43137"/>
                    </a:srgbClr>
                  </a:outerShdw>
                </a:effectLst>
              </a:rPr>
              <a:t>When the user clicks on login, it takes the two values from the user and executes the query that verifies the admin name and password in the database.</a:t>
            </a:r>
          </a:p>
        </p:txBody>
      </p:sp>
      <p:grpSp>
        <p:nvGrpSpPr>
          <p:cNvPr id="240" name="Group 239">
            <a:extLst>
              <a:ext uri="{FF2B5EF4-FFF2-40B4-BE49-F238E27FC236}">
                <a16:creationId xmlns:a16="http://schemas.microsoft.com/office/drawing/2014/main" id="{6B2477A6-F263-460F-B09F-8DE19EDB73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41" name="Rectangle 5">
              <a:extLst>
                <a:ext uri="{FF2B5EF4-FFF2-40B4-BE49-F238E27FC236}">
                  <a16:creationId xmlns:a16="http://schemas.microsoft.com/office/drawing/2014/main" id="{0B182A6F-7B46-4AAF-A16A-B718FE9E056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miter lim="800000"/>
                  <a:headEnd/>
                  <a:tailEnd/>
                </a14:hiddenLine>
              </a:ext>
            </a:extLst>
          </p:spPr>
          <p:txBody>
            <a:bodyPr/>
            <a:lstStyle/>
            <a:p>
              <a:endParaRPr lang="en-US"/>
            </a:p>
          </p:txBody>
        </p:sp>
        <p:sp>
          <p:nvSpPr>
            <p:cNvPr id="242" name="Freeform 6">
              <a:extLst>
                <a:ext uri="{FF2B5EF4-FFF2-40B4-BE49-F238E27FC236}">
                  <a16:creationId xmlns:a16="http://schemas.microsoft.com/office/drawing/2014/main" id="{E575AA46-28BE-4333-81C7-20348D0161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43" name="Freeform 7">
              <a:extLst>
                <a:ext uri="{FF2B5EF4-FFF2-40B4-BE49-F238E27FC236}">
                  <a16:creationId xmlns:a16="http://schemas.microsoft.com/office/drawing/2014/main" id="{ED342C89-F411-42B8-B8A5-D57C7CA59B0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44" name="Freeform 8">
              <a:extLst>
                <a:ext uri="{FF2B5EF4-FFF2-40B4-BE49-F238E27FC236}">
                  <a16:creationId xmlns:a16="http://schemas.microsoft.com/office/drawing/2014/main" id="{39FF7073-AFA1-444D-B281-02FE3EF727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45" name="Freeform 9">
              <a:extLst>
                <a:ext uri="{FF2B5EF4-FFF2-40B4-BE49-F238E27FC236}">
                  <a16:creationId xmlns:a16="http://schemas.microsoft.com/office/drawing/2014/main" id="{55D489A8-6A0B-48D8-8492-8BA46FA0EB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46" name="Freeform 10">
              <a:extLst>
                <a:ext uri="{FF2B5EF4-FFF2-40B4-BE49-F238E27FC236}">
                  <a16:creationId xmlns:a16="http://schemas.microsoft.com/office/drawing/2014/main" id="{EC2AFCCB-DD9A-4F41-BF60-9C7579FAC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47" name="Freeform 11">
              <a:extLst>
                <a:ext uri="{FF2B5EF4-FFF2-40B4-BE49-F238E27FC236}">
                  <a16:creationId xmlns:a16="http://schemas.microsoft.com/office/drawing/2014/main" id="{338BEAE4-5D14-45A6-BE64-7785F40B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48" name="Freeform 12">
              <a:extLst>
                <a:ext uri="{FF2B5EF4-FFF2-40B4-BE49-F238E27FC236}">
                  <a16:creationId xmlns:a16="http://schemas.microsoft.com/office/drawing/2014/main" id="{9D0C6C4B-7882-4677-9E68-DA7EE75B187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49" name="Freeform 13">
              <a:extLst>
                <a:ext uri="{FF2B5EF4-FFF2-40B4-BE49-F238E27FC236}">
                  <a16:creationId xmlns:a16="http://schemas.microsoft.com/office/drawing/2014/main" id="{D4E84130-0CD6-4E1C-B2F1-8E3922BD5A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50" name="Freeform 14">
              <a:extLst>
                <a:ext uri="{FF2B5EF4-FFF2-40B4-BE49-F238E27FC236}">
                  <a16:creationId xmlns:a16="http://schemas.microsoft.com/office/drawing/2014/main" id="{8678CB1A-FEB0-43E1-8810-CC3E59553C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51" name="Freeform 15">
              <a:extLst>
                <a:ext uri="{FF2B5EF4-FFF2-40B4-BE49-F238E27FC236}">
                  <a16:creationId xmlns:a16="http://schemas.microsoft.com/office/drawing/2014/main" id="{DDCF4647-8948-4EFA-A8D0-2F1B35DC88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52" name="Line 16">
              <a:extLst>
                <a:ext uri="{FF2B5EF4-FFF2-40B4-BE49-F238E27FC236}">
                  <a16:creationId xmlns:a16="http://schemas.microsoft.com/office/drawing/2014/main" id="{F1B7E9C9-031B-4229-97EE-311E897F346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53" name="Freeform 17">
              <a:extLst>
                <a:ext uri="{FF2B5EF4-FFF2-40B4-BE49-F238E27FC236}">
                  <a16:creationId xmlns:a16="http://schemas.microsoft.com/office/drawing/2014/main" id="{DA4EE807-0D75-46DC-96C0-A19114DF1B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54" name="Freeform 18">
              <a:extLst>
                <a:ext uri="{FF2B5EF4-FFF2-40B4-BE49-F238E27FC236}">
                  <a16:creationId xmlns:a16="http://schemas.microsoft.com/office/drawing/2014/main" id="{D30FC02A-A596-4144-BA34-E69704C405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55" name="Freeform 19">
              <a:extLst>
                <a:ext uri="{FF2B5EF4-FFF2-40B4-BE49-F238E27FC236}">
                  <a16:creationId xmlns:a16="http://schemas.microsoft.com/office/drawing/2014/main" id="{F306082A-6501-4C46-A786-842A5DDA0A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56" name="Freeform 20">
              <a:extLst>
                <a:ext uri="{FF2B5EF4-FFF2-40B4-BE49-F238E27FC236}">
                  <a16:creationId xmlns:a16="http://schemas.microsoft.com/office/drawing/2014/main" id="{CBADA3DC-B25F-40E2-B4CB-51869919B2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57" name="Rectangle 21">
              <a:extLst>
                <a:ext uri="{FF2B5EF4-FFF2-40B4-BE49-F238E27FC236}">
                  <a16:creationId xmlns:a16="http://schemas.microsoft.com/office/drawing/2014/main" id="{B3A61F9D-87B1-4437-8580-825B90DAB99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miter lim="800000"/>
                  <a:headEnd/>
                  <a:tailEnd/>
                </a14:hiddenLine>
              </a:ext>
            </a:extLst>
          </p:spPr>
          <p:txBody>
            <a:bodyPr/>
            <a:lstStyle/>
            <a:p>
              <a:endParaRPr lang="en-US"/>
            </a:p>
          </p:txBody>
        </p:sp>
        <p:sp>
          <p:nvSpPr>
            <p:cNvPr id="258" name="Freeform 22">
              <a:extLst>
                <a:ext uri="{FF2B5EF4-FFF2-40B4-BE49-F238E27FC236}">
                  <a16:creationId xmlns:a16="http://schemas.microsoft.com/office/drawing/2014/main" id="{50EC3471-B22B-4AB3-988C-8524066ED7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59" name="Freeform 23">
              <a:extLst>
                <a:ext uri="{FF2B5EF4-FFF2-40B4-BE49-F238E27FC236}">
                  <a16:creationId xmlns:a16="http://schemas.microsoft.com/office/drawing/2014/main" id="{4091E802-4064-4950-A69D-9C662D5284F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60" name="Freeform 24">
              <a:extLst>
                <a:ext uri="{FF2B5EF4-FFF2-40B4-BE49-F238E27FC236}">
                  <a16:creationId xmlns:a16="http://schemas.microsoft.com/office/drawing/2014/main" id="{EAFDC5D2-C02A-4747-A3F4-A903630A88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61" name="Freeform 25">
              <a:extLst>
                <a:ext uri="{FF2B5EF4-FFF2-40B4-BE49-F238E27FC236}">
                  <a16:creationId xmlns:a16="http://schemas.microsoft.com/office/drawing/2014/main" id="{03B3D93F-2849-4E3B-9BD7-29B6CCBDF7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62" name="Freeform 26">
              <a:extLst>
                <a:ext uri="{FF2B5EF4-FFF2-40B4-BE49-F238E27FC236}">
                  <a16:creationId xmlns:a16="http://schemas.microsoft.com/office/drawing/2014/main" id="{EA57F318-12B8-4EB0-9EC5-289A8AD904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63" name="Freeform 27">
              <a:extLst>
                <a:ext uri="{FF2B5EF4-FFF2-40B4-BE49-F238E27FC236}">
                  <a16:creationId xmlns:a16="http://schemas.microsoft.com/office/drawing/2014/main" id="{EF46DCDE-7BFE-42F4-B489-A93B2D1E87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64" name="Freeform 28">
              <a:extLst>
                <a:ext uri="{FF2B5EF4-FFF2-40B4-BE49-F238E27FC236}">
                  <a16:creationId xmlns:a16="http://schemas.microsoft.com/office/drawing/2014/main" id="{55D6AEA8-2CC3-42C4-862A-2891F2CECF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65" name="Freeform 29">
              <a:extLst>
                <a:ext uri="{FF2B5EF4-FFF2-40B4-BE49-F238E27FC236}">
                  <a16:creationId xmlns:a16="http://schemas.microsoft.com/office/drawing/2014/main" id="{95058E10-F0C8-4B9A-A9A5-2FD97C51D3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66" name="Freeform 30">
              <a:extLst>
                <a:ext uri="{FF2B5EF4-FFF2-40B4-BE49-F238E27FC236}">
                  <a16:creationId xmlns:a16="http://schemas.microsoft.com/office/drawing/2014/main" id="{319DEFA4-9134-4372-837C-E587AF279D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67" name="Freeform 31">
              <a:extLst>
                <a:ext uri="{FF2B5EF4-FFF2-40B4-BE49-F238E27FC236}">
                  <a16:creationId xmlns:a16="http://schemas.microsoft.com/office/drawing/2014/main" id="{5A86B902-8B73-48BA-8060-1F6209B24F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grpSp>
      <p:pic>
        <p:nvPicPr>
          <p:cNvPr id="10" name="Picture 9" descr="A computer screen shot of text&#10;&#10;Description automatically generated">
            <a:extLst>
              <a:ext uri="{FF2B5EF4-FFF2-40B4-BE49-F238E27FC236}">
                <a16:creationId xmlns:a16="http://schemas.microsoft.com/office/drawing/2014/main" id="{4F901E79-2CD5-86B0-E00B-9BF4D702B70E}"/>
              </a:ext>
            </a:extLst>
          </p:cNvPr>
          <p:cNvPicPr>
            <a:picLocks noChangeAspect="1"/>
          </p:cNvPicPr>
          <p:nvPr/>
        </p:nvPicPr>
        <p:blipFill rotWithShape="1">
          <a:blip r:embed="rId4"/>
          <a:srcRect r="4" b="21161"/>
          <a:stretch/>
        </p:blipFill>
        <p:spPr>
          <a:xfrm>
            <a:off x="6128542" y="140283"/>
            <a:ext cx="5580061" cy="3717537"/>
          </a:xfrm>
          <a:custGeom>
            <a:avLst/>
            <a:gdLst/>
            <a:ahLst/>
            <a:cxnLst/>
            <a:rect l="l" t="t" r="r" b="b"/>
            <a:pathLst>
              <a:path w="4953000" h="3299778">
                <a:moveTo>
                  <a:pt x="160369" y="0"/>
                </a:moveTo>
                <a:lnTo>
                  <a:pt x="4953000" y="0"/>
                </a:lnTo>
                <a:lnTo>
                  <a:pt x="4953000" y="3299778"/>
                </a:lnTo>
                <a:lnTo>
                  <a:pt x="0" y="3299778"/>
                </a:lnTo>
                <a:lnTo>
                  <a:pt x="0" y="160369"/>
                </a:lnTo>
                <a:cubicBezTo>
                  <a:pt x="0" y="71800"/>
                  <a:pt x="71800" y="0"/>
                  <a:pt x="160369" y="0"/>
                </a:cubicBezTo>
                <a:close/>
              </a:path>
            </a:pathLst>
          </a:cu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pic>
        <p:nvPicPr>
          <p:cNvPr id="12" name="Picture 11" descr="A screenshot of a login screen&#10;&#10;Description automatically generated">
            <a:extLst>
              <a:ext uri="{FF2B5EF4-FFF2-40B4-BE49-F238E27FC236}">
                <a16:creationId xmlns:a16="http://schemas.microsoft.com/office/drawing/2014/main" id="{4E293D26-6D5B-268C-50D9-ECA448BAB150}"/>
              </a:ext>
            </a:extLst>
          </p:cNvPr>
          <p:cNvPicPr>
            <a:picLocks noChangeAspect="1"/>
          </p:cNvPicPr>
          <p:nvPr/>
        </p:nvPicPr>
        <p:blipFill rotWithShape="1">
          <a:blip r:embed="rId5"/>
          <a:srcRect t="7625" r="-3" b="10982"/>
          <a:stretch/>
        </p:blipFill>
        <p:spPr>
          <a:xfrm>
            <a:off x="940588" y="536100"/>
            <a:ext cx="4959354" cy="3299778"/>
          </a:xfrm>
          <a:custGeom>
            <a:avLst/>
            <a:gdLst/>
            <a:ahLst/>
            <a:cxnLst/>
            <a:rect l="l" t="t" r="r" b="b"/>
            <a:pathLst>
              <a:path w="4959354" h="3299778">
                <a:moveTo>
                  <a:pt x="0" y="0"/>
                </a:moveTo>
                <a:lnTo>
                  <a:pt x="4959354" y="0"/>
                </a:lnTo>
                <a:lnTo>
                  <a:pt x="4959354" y="3139409"/>
                </a:lnTo>
                <a:cubicBezTo>
                  <a:pt x="4959354" y="3227978"/>
                  <a:pt x="4887554" y="3299778"/>
                  <a:pt x="4798985" y="3299778"/>
                </a:cubicBezTo>
                <a:lnTo>
                  <a:pt x="0" y="3299778"/>
                </a:lnTo>
                <a:close/>
              </a:path>
            </a:pathLst>
          </a:cu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grpSp>
        <p:nvGrpSpPr>
          <p:cNvPr id="269" name="Group 268">
            <a:extLst>
              <a:ext uri="{FF2B5EF4-FFF2-40B4-BE49-F238E27FC236}">
                <a16:creationId xmlns:a16="http://schemas.microsoft.com/office/drawing/2014/main" id="{A65D2888-8C75-4AF1-A42A-B05FCEE2D0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270" name="Freeform 32">
              <a:extLst>
                <a:ext uri="{FF2B5EF4-FFF2-40B4-BE49-F238E27FC236}">
                  <a16:creationId xmlns:a16="http://schemas.microsoft.com/office/drawing/2014/main" id="{44BBFA76-126D-4D7C-9957-295925D64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71" name="Freeform 33">
              <a:extLst>
                <a:ext uri="{FF2B5EF4-FFF2-40B4-BE49-F238E27FC236}">
                  <a16:creationId xmlns:a16="http://schemas.microsoft.com/office/drawing/2014/main" id="{D69A20BE-7757-414A-AF45-54EAC2C4C3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72" name="Freeform 34">
              <a:extLst>
                <a:ext uri="{FF2B5EF4-FFF2-40B4-BE49-F238E27FC236}">
                  <a16:creationId xmlns:a16="http://schemas.microsoft.com/office/drawing/2014/main" id="{ED2A46F3-7CE1-4E4B-A26C-D832B37591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73" name="Freeform 35">
              <a:extLst>
                <a:ext uri="{FF2B5EF4-FFF2-40B4-BE49-F238E27FC236}">
                  <a16:creationId xmlns:a16="http://schemas.microsoft.com/office/drawing/2014/main" id="{15E6297B-8B83-43AB-8669-32F7726A4A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74" name="Freeform 36">
              <a:extLst>
                <a:ext uri="{FF2B5EF4-FFF2-40B4-BE49-F238E27FC236}">
                  <a16:creationId xmlns:a16="http://schemas.microsoft.com/office/drawing/2014/main" id="{D3AD3783-42B3-4ACB-9C26-BCC9206E157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75" name="Freeform 37">
              <a:extLst>
                <a:ext uri="{FF2B5EF4-FFF2-40B4-BE49-F238E27FC236}">
                  <a16:creationId xmlns:a16="http://schemas.microsoft.com/office/drawing/2014/main" id="{389F8D1F-B8F8-42B2-8FC1-8DC3AF5450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76" name="Freeform 38">
              <a:extLst>
                <a:ext uri="{FF2B5EF4-FFF2-40B4-BE49-F238E27FC236}">
                  <a16:creationId xmlns:a16="http://schemas.microsoft.com/office/drawing/2014/main" id="{048855BB-DEDE-492C-993A-090B4E93F8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77" name="Freeform 39">
              <a:extLst>
                <a:ext uri="{FF2B5EF4-FFF2-40B4-BE49-F238E27FC236}">
                  <a16:creationId xmlns:a16="http://schemas.microsoft.com/office/drawing/2014/main" id="{21295A77-4D3C-4C8D-B83C-656920EA3C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78" name="Freeform 40">
              <a:extLst>
                <a:ext uri="{FF2B5EF4-FFF2-40B4-BE49-F238E27FC236}">
                  <a16:creationId xmlns:a16="http://schemas.microsoft.com/office/drawing/2014/main" id="{7739773D-675E-489B-B0E9-82A819C5141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round/>
                  <a:headEnd/>
                  <a:tailEnd/>
                </a14:hiddenLine>
              </a:ext>
            </a:extLst>
          </p:spPr>
          <p:txBody>
            <a:bodyPr/>
            <a:lstStyle/>
            <a:p>
              <a:endParaRPr lang="en-US"/>
            </a:p>
          </p:txBody>
        </p:sp>
        <p:sp>
          <p:nvSpPr>
            <p:cNvPr id="279" name="Rectangle 41">
              <a:extLst>
                <a:ext uri="{FF2B5EF4-FFF2-40B4-BE49-F238E27FC236}">
                  <a16:creationId xmlns:a16="http://schemas.microsoft.com/office/drawing/2014/main" id="{A904CFCE-5569-4F0A-A266-EAAFAD04A0B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mc="http://schemas.openxmlformats.org/markup-compatibility/2006" xmlns:a14="http://schemas.microsoft.com/office/drawing/2010/main" w="9525">
                  <a:solidFill>
                    <a:srgbClr val="000000"/>
                  </a:solidFill>
                  <a:miter lim="800000"/>
                  <a:headEnd/>
                  <a:tailEnd/>
                </a14:hiddenLine>
              </a:ext>
            </a:extLst>
          </p:spPr>
          <p:txBody>
            <a:bodyPr/>
            <a:lstStyle/>
            <a:p>
              <a:endParaRPr lang="en-US"/>
            </a:p>
          </p:txBody>
        </p:sp>
      </p:grpSp>
    </p:spTree>
    <p:extLst>
      <p:ext uri="{BB962C8B-B14F-4D97-AF65-F5344CB8AC3E}">
        <p14:creationId xmlns:p14="http://schemas.microsoft.com/office/powerpoint/2010/main" val="770682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DCD67800-37AC-4E14-89B0-F79DCB3FB8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165600"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9" name="Picture 8" descr="A screenshot of a computer program&#10;&#10;Description automatically generated">
            <a:extLst>
              <a:ext uri="{FF2B5EF4-FFF2-40B4-BE49-F238E27FC236}">
                <a16:creationId xmlns:a16="http://schemas.microsoft.com/office/drawing/2014/main" id="{9F2F6543-A805-05AC-789E-E35E1174BBA1}"/>
              </a:ext>
            </a:extLst>
          </p:cNvPr>
          <p:cNvPicPr>
            <a:picLocks noChangeAspect="1"/>
          </p:cNvPicPr>
          <p:nvPr/>
        </p:nvPicPr>
        <p:blipFill>
          <a:blip r:embed="rId2"/>
          <a:stretch>
            <a:fillRect/>
          </a:stretch>
        </p:blipFill>
        <p:spPr>
          <a:xfrm>
            <a:off x="4040081" y="1506071"/>
            <a:ext cx="4111837" cy="3778042"/>
          </a:xfrm>
          <a:prstGeom prst="rect">
            <a:avLst/>
          </a:prstGeom>
        </p:spPr>
      </p:pic>
      <p:cxnSp>
        <p:nvCxnSpPr>
          <p:cNvPr id="23" name="Straight Connector 22">
            <a:extLst>
              <a:ext uri="{FF2B5EF4-FFF2-40B4-BE49-F238E27FC236}">
                <a16:creationId xmlns:a16="http://schemas.microsoft.com/office/drawing/2014/main" id="{20F1788F-A5AE-4188-8274-F7F2E3833E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995920"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FFF1734-CBCD-BBAC-66E6-A770A76BBC33}"/>
              </a:ext>
            </a:extLst>
          </p:cNvPr>
          <p:cNvSpPr txBox="1"/>
          <p:nvPr/>
        </p:nvSpPr>
        <p:spPr>
          <a:xfrm>
            <a:off x="3209365" y="367553"/>
            <a:ext cx="5262591" cy="523220"/>
          </a:xfrm>
          <a:prstGeom prst="rect">
            <a:avLst/>
          </a:prstGeom>
          <a:noFill/>
        </p:spPr>
        <p:txBody>
          <a:bodyPr wrap="square" rtlCol="0">
            <a:spAutoFit/>
          </a:bodyPr>
          <a:lstStyle/>
          <a:p>
            <a:pPr algn="ctr"/>
            <a:r>
              <a:rPr lang="en-US" sz="2800" dirty="0">
                <a:solidFill>
                  <a:srgbClr val="FFC000"/>
                </a:solidFill>
              </a:rPr>
              <a:t>Book Available  functionality </a:t>
            </a:r>
            <a:endParaRPr lang="en-US" sz="2800" dirty="0"/>
          </a:p>
        </p:txBody>
      </p:sp>
      <p:cxnSp>
        <p:nvCxnSpPr>
          <p:cNvPr id="12" name="Connector: Curved 11">
            <a:extLst>
              <a:ext uri="{FF2B5EF4-FFF2-40B4-BE49-F238E27FC236}">
                <a16:creationId xmlns:a16="http://schemas.microsoft.com/office/drawing/2014/main" id="{375ADCFF-21CD-8D5F-9560-CC0F11C74290}"/>
              </a:ext>
            </a:extLst>
          </p:cNvPr>
          <p:cNvCxnSpPr>
            <a:cxnSpLocks/>
          </p:cNvCxnSpPr>
          <p:nvPr/>
        </p:nvCxnSpPr>
        <p:spPr>
          <a:xfrm flipV="1">
            <a:off x="7441627" y="3230510"/>
            <a:ext cx="705211" cy="329163"/>
          </a:xfrm>
          <a:prstGeom prst="curvedConnector3">
            <a:avLst>
              <a:gd name="adj1" fmla="val 50000"/>
            </a:avLst>
          </a:prstGeom>
          <a:ln w="1905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 name="TextBox 19">
            <a:extLst>
              <a:ext uri="{FF2B5EF4-FFF2-40B4-BE49-F238E27FC236}">
                <a16:creationId xmlns:a16="http://schemas.microsoft.com/office/drawing/2014/main" id="{18F24C65-D358-161D-42C5-4BE5626C69D3}"/>
              </a:ext>
            </a:extLst>
          </p:cNvPr>
          <p:cNvSpPr txBox="1"/>
          <p:nvPr/>
        </p:nvSpPr>
        <p:spPr>
          <a:xfrm>
            <a:off x="1972236" y="5501799"/>
            <a:ext cx="7252445" cy="830997"/>
          </a:xfrm>
          <a:prstGeom prst="rect">
            <a:avLst/>
          </a:prstGeom>
          <a:noFill/>
        </p:spPr>
        <p:txBody>
          <a:bodyPr wrap="square" rtlCol="0">
            <a:spAutoFit/>
          </a:bodyPr>
          <a:lstStyle/>
          <a:p>
            <a:pPr algn="ctr"/>
            <a:r>
              <a:rPr lang="en-US" sz="1600"/>
              <a:t>To find the available books and their details, we click on the button and then we fetch the details of the books from the database from the books table, then we store the data in the </a:t>
            </a:r>
            <a:r>
              <a:rPr lang="en-US" sz="1600">
                <a:solidFill>
                  <a:srgbClr val="FF0000"/>
                </a:solidFill>
              </a:rPr>
              <a:t>table object .</a:t>
            </a:r>
            <a:endParaRPr lang="en-US" sz="1600" dirty="0">
              <a:solidFill>
                <a:srgbClr val="FF0000"/>
              </a:solidFill>
            </a:endParaRPr>
          </a:p>
        </p:txBody>
      </p:sp>
      <mc:AlternateContent xmlns:mc="http://schemas.openxmlformats.org/markup-compatibility/2006" xmlns:p14="http://schemas.microsoft.com/office/powerpoint/2010/main">
        <mc:Choice Requires="p14">
          <p:contentPart p14:bwMode="auto" r:id="rId3">
            <p14:nvContentPartPr>
              <p14:cNvPr id="24" name="Ink 23">
                <a:extLst>
                  <a:ext uri="{FF2B5EF4-FFF2-40B4-BE49-F238E27FC236}">
                    <a16:creationId xmlns:a16="http://schemas.microsoft.com/office/drawing/2014/main" id="{9134D933-E15F-03A9-F1E6-7A6C908F425E}"/>
                  </a:ext>
                </a:extLst>
              </p14:cNvPr>
              <p14:cNvContentPartPr/>
              <p14:nvPr/>
            </p14:nvContentPartPr>
            <p14:xfrm>
              <a:off x="6929598" y="6140901"/>
              <a:ext cx="360" cy="360"/>
            </p14:xfrm>
          </p:contentPart>
        </mc:Choice>
        <mc:Fallback xmlns="">
          <p:pic>
            <p:nvPicPr>
              <p:cNvPr id="24" name="Ink 23">
                <a:extLst>
                  <a:ext uri="{FF2B5EF4-FFF2-40B4-BE49-F238E27FC236}">
                    <a16:creationId xmlns:a16="http://schemas.microsoft.com/office/drawing/2014/main" id="{9134D933-E15F-03A9-F1E6-7A6C908F425E}"/>
                  </a:ext>
                </a:extLst>
              </p:cNvPr>
              <p:cNvPicPr/>
              <p:nvPr/>
            </p:nvPicPr>
            <p:blipFill>
              <a:blip r:embed="rId4"/>
              <a:stretch>
                <a:fillRect/>
              </a:stretch>
            </p:blipFill>
            <p:spPr>
              <a:xfrm>
                <a:off x="6923478" y="61347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5" name="Ink 24">
                <a:extLst>
                  <a:ext uri="{FF2B5EF4-FFF2-40B4-BE49-F238E27FC236}">
                    <a16:creationId xmlns:a16="http://schemas.microsoft.com/office/drawing/2014/main" id="{EA8912F9-7E6A-4ACE-7589-85D94F977619}"/>
                  </a:ext>
                </a:extLst>
              </p14:cNvPr>
              <p14:cNvContentPartPr/>
              <p14:nvPr/>
            </p14:nvContentPartPr>
            <p14:xfrm>
              <a:off x="7117878" y="6293181"/>
              <a:ext cx="360" cy="360"/>
            </p14:xfrm>
          </p:contentPart>
        </mc:Choice>
        <mc:Fallback xmlns="">
          <p:pic>
            <p:nvPicPr>
              <p:cNvPr id="25" name="Ink 24">
                <a:extLst>
                  <a:ext uri="{FF2B5EF4-FFF2-40B4-BE49-F238E27FC236}">
                    <a16:creationId xmlns:a16="http://schemas.microsoft.com/office/drawing/2014/main" id="{EA8912F9-7E6A-4ACE-7589-85D94F977619}"/>
                  </a:ext>
                </a:extLst>
              </p:cNvPr>
              <p:cNvPicPr/>
              <p:nvPr/>
            </p:nvPicPr>
            <p:blipFill>
              <a:blip r:embed="rId4"/>
              <a:stretch>
                <a:fillRect/>
              </a:stretch>
            </p:blipFill>
            <p:spPr>
              <a:xfrm>
                <a:off x="7111758" y="62870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6" name="Ink 25">
                <a:extLst>
                  <a:ext uri="{FF2B5EF4-FFF2-40B4-BE49-F238E27FC236}">
                    <a16:creationId xmlns:a16="http://schemas.microsoft.com/office/drawing/2014/main" id="{D064D7BF-BC9D-3B6C-5287-C06A17FD90A9}"/>
                  </a:ext>
                </a:extLst>
              </p14:cNvPr>
              <p14:cNvContentPartPr/>
              <p14:nvPr/>
            </p14:nvContentPartPr>
            <p14:xfrm>
              <a:off x="6508398" y="6246381"/>
              <a:ext cx="360" cy="1800"/>
            </p14:xfrm>
          </p:contentPart>
        </mc:Choice>
        <mc:Fallback xmlns="">
          <p:pic>
            <p:nvPicPr>
              <p:cNvPr id="26" name="Ink 25">
                <a:extLst>
                  <a:ext uri="{FF2B5EF4-FFF2-40B4-BE49-F238E27FC236}">
                    <a16:creationId xmlns:a16="http://schemas.microsoft.com/office/drawing/2014/main" id="{D064D7BF-BC9D-3B6C-5287-C06A17FD90A9}"/>
                  </a:ext>
                </a:extLst>
              </p:cNvPr>
              <p:cNvPicPr/>
              <p:nvPr/>
            </p:nvPicPr>
            <p:blipFill>
              <a:blip r:embed="rId4"/>
              <a:stretch>
                <a:fillRect/>
              </a:stretch>
            </p:blipFill>
            <p:spPr>
              <a:xfrm>
                <a:off x="6502278" y="6240261"/>
                <a:ext cx="12600" cy="14040"/>
              </a:xfrm>
              <a:prstGeom prst="rect">
                <a:avLst/>
              </a:prstGeom>
            </p:spPr>
          </p:pic>
        </mc:Fallback>
      </mc:AlternateContent>
      <p:pic>
        <p:nvPicPr>
          <p:cNvPr id="3" name="Picture 2">
            <a:extLst>
              <a:ext uri="{FF2B5EF4-FFF2-40B4-BE49-F238E27FC236}">
                <a16:creationId xmlns:a16="http://schemas.microsoft.com/office/drawing/2014/main" id="{7AA4E9E5-5BC5-E36D-F7AC-048AB7EB2BC6}"/>
              </a:ext>
            </a:extLst>
          </p:cNvPr>
          <p:cNvPicPr>
            <a:picLocks noChangeAspect="1"/>
          </p:cNvPicPr>
          <p:nvPr/>
        </p:nvPicPr>
        <p:blipFill>
          <a:blip r:embed="rId7"/>
          <a:stretch>
            <a:fillRect/>
          </a:stretch>
        </p:blipFill>
        <p:spPr>
          <a:xfrm>
            <a:off x="8151918" y="1929311"/>
            <a:ext cx="3843514" cy="2999378"/>
          </a:xfrm>
          <a:prstGeom prst="rect">
            <a:avLst/>
          </a:prstGeom>
        </p:spPr>
      </p:pic>
      <p:pic>
        <p:nvPicPr>
          <p:cNvPr id="8" name="Picture 7">
            <a:extLst>
              <a:ext uri="{FF2B5EF4-FFF2-40B4-BE49-F238E27FC236}">
                <a16:creationId xmlns:a16="http://schemas.microsoft.com/office/drawing/2014/main" id="{DCDC663F-1DEB-3A2B-9FBF-B5625F731FEB}"/>
              </a:ext>
            </a:extLst>
          </p:cNvPr>
          <p:cNvPicPr>
            <a:picLocks noChangeAspect="1"/>
          </p:cNvPicPr>
          <p:nvPr/>
        </p:nvPicPr>
        <p:blipFill>
          <a:blip r:embed="rId8"/>
          <a:stretch>
            <a:fillRect/>
          </a:stretch>
        </p:blipFill>
        <p:spPr>
          <a:xfrm>
            <a:off x="571500" y="2125638"/>
            <a:ext cx="3511486" cy="2722018"/>
          </a:xfrm>
          <a:prstGeom prst="rect">
            <a:avLst/>
          </a:prstGeom>
        </p:spPr>
      </p:pic>
      <p:cxnSp>
        <p:nvCxnSpPr>
          <p:cNvPr id="11" name="Connector: Curved 10">
            <a:extLst>
              <a:ext uri="{FF2B5EF4-FFF2-40B4-BE49-F238E27FC236}">
                <a16:creationId xmlns:a16="http://schemas.microsoft.com/office/drawing/2014/main" id="{9EAE7541-3FF5-0933-0806-2C49795D8B46}"/>
              </a:ext>
            </a:extLst>
          </p:cNvPr>
          <p:cNvCxnSpPr>
            <a:cxnSpLocks/>
          </p:cNvCxnSpPr>
          <p:nvPr/>
        </p:nvCxnSpPr>
        <p:spPr>
          <a:xfrm flipV="1">
            <a:off x="2179864" y="3624943"/>
            <a:ext cx="2128540" cy="947057"/>
          </a:xfrm>
          <a:prstGeom prst="curvedConnector3">
            <a:avLst/>
          </a:prstGeom>
          <a:ln w="1905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9904125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2">
            <a:extLst>
              <a:ext uri="{FF2B5EF4-FFF2-40B4-BE49-F238E27FC236}">
                <a16:creationId xmlns:a16="http://schemas.microsoft.com/office/drawing/2014/main" id="{174E31E4-530B-4247-962C-F46F5F66DFF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1591" y="0"/>
            <a:ext cx="12192003" cy="6858001"/>
          </a:xfrm>
          <a:prstGeom prst="rect">
            <a:avLst/>
          </a:prstGeom>
          <a:noFill/>
          <a:extLst>
            <a:ext uri="{909E8E84-426E-40dd-AFC4-6F175D3DCCD1}">
              <a14:hiddenFill xmlns="" xmlns:a16="http://schemas.microsoft.com/office/drawing/2014/main" xmlns:a14="http://schemas.microsoft.com/office/drawing/2010/main">
                <a:solidFill>
                  <a:srgbClr val="FFFFFF"/>
                </a:solidFill>
              </a14:hiddenFill>
            </a:ext>
          </a:extLst>
        </p:spPr>
      </p:pic>
      <p:grpSp>
        <p:nvGrpSpPr>
          <p:cNvPr id="14" name="Group 13">
            <a:extLst>
              <a:ext uri="{FF2B5EF4-FFF2-40B4-BE49-F238E27FC236}">
                <a16:creationId xmlns:a16="http://schemas.microsoft.com/office/drawing/2014/main" id="{96FA2727-C33B-44D1-885B-76DC0424E57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053888" cy="6858001"/>
            <a:chOff x="-14288" y="0"/>
            <a:chExt cx="12053888" cy="6858001"/>
          </a:xfrm>
        </p:grpSpPr>
        <p:grpSp>
          <p:nvGrpSpPr>
            <p:cNvPr id="15" name="Group 14">
              <a:extLst>
                <a:ext uri="{FF2B5EF4-FFF2-40B4-BE49-F238E27FC236}">
                  <a16:creationId xmlns:a16="http://schemas.microsoft.com/office/drawing/2014/main" id="{4A64FD4C-29BA-46E7-AE31-AB38BB69429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7" name="Rectangle 5">
                <a:extLst>
                  <a:ext uri="{FF2B5EF4-FFF2-40B4-BE49-F238E27FC236}">
                    <a16:creationId xmlns:a16="http://schemas.microsoft.com/office/drawing/2014/main" id="{A28E5FB6-5905-4F5D-A6CE-E6222C405E5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a14="http://schemas.microsoft.com/office/drawing/2010/main" w="9525">
                    <a:solidFill>
                      <a:srgbClr val="000000"/>
                    </a:solidFill>
                    <a:miter lim="800000"/>
                    <a:headEnd/>
                    <a:tailEnd/>
                  </a14:hiddenLine>
                </a:ext>
              </a:extLst>
            </p:spPr>
            <p:txBody>
              <a:bodyPr/>
              <a:lstStyle/>
              <a:p>
                <a:endParaRPr lang="en-US"/>
              </a:p>
            </p:txBody>
          </p:sp>
          <p:sp>
            <p:nvSpPr>
              <p:cNvPr id="28" name="Freeform 6">
                <a:extLst>
                  <a:ext uri="{FF2B5EF4-FFF2-40B4-BE49-F238E27FC236}">
                    <a16:creationId xmlns:a16="http://schemas.microsoft.com/office/drawing/2014/main" id="{F838FE17-378C-4BCE-80C0-FDD1CB074E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29" name="Freeform 7">
                <a:extLst>
                  <a:ext uri="{FF2B5EF4-FFF2-40B4-BE49-F238E27FC236}">
                    <a16:creationId xmlns:a16="http://schemas.microsoft.com/office/drawing/2014/main" id="{12A1474E-6A37-4F4D-A638-DD0EC0A5B5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30" name="Freeform 8">
                <a:extLst>
                  <a:ext uri="{FF2B5EF4-FFF2-40B4-BE49-F238E27FC236}">
                    <a16:creationId xmlns:a16="http://schemas.microsoft.com/office/drawing/2014/main" id="{49EA8CC2-4D0F-4C86-9CA9-FC3792FED1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31" name="Freeform 9">
                <a:extLst>
                  <a:ext uri="{FF2B5EF4-FFF2-40B4-BE49-F238E27FC236}">
                    <a16:creationId xmlns:a16="http://schemas.microsoft.com/office/drawing/2014/main" id="{69548BD5-92E6-42BD-9719-16AA005C56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32" name="Freeform 10">
                <a:extLst>
                  <a:ext uri="{FF2B5EF4-FFF2-40B4-BE49-F238E27FC236}">
                    <a16:creationId xmlns:a16="http://schemas.microsoft.com/office/drawing/2014/main" id="{93005965-F240-4349-A563-515973BF0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33" name="Freeform 11">
                <a:extLst>
                  <a:ext uri="{FF2B5EF4-FFF2-40B4-BE49-F238E27FC236}">
                    <a16:creationId xmlns:a16="http://schemas.microsoft.com/office/drawing/2014/main" id="{277A546F-05BB-4274-A6A6-9DACC27ABC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34" name="Freeform 12">
                <a:extLst>
                  <a:ext uri="{FF2B5EF4-FFF2-40B4-BE49-F238E27FC236}">
                    <a16:creationId xmlns:a16="http://schemas.microsoft.com/office/drawing/2014/main" id="{7BE7FF91-E18E-41AA-A952-07CB0C02C8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35" name="Freeform 13">
                <a:extLst>
                  <a:ext uri="{FF2B5EF4-FFF2-40B4-BE49-F238E27FC236}">
                    <a16:creationId xmlns:a16="http://schemas.microsoft.com/office/drawing/2014/main" id="{3F6A31AA-E4FB-4DD0-9AB1-BDD994CFA5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36" name="Freeform 14">
                <a:extLst>
                  <a:ext uri="{FF2B5EF4-FFF2-40B4-BE49-F238E27FC236}">
                    <a16:creationId xmlns:a16="http://schemas.microsoft.com/office/drawing/2014/main" id="{F99B8398-08D8-4C1E-8D7F-BAFB4D393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37" name="Freeform 15">
                <a:extLst>
                  <a:ext uri="{FF2B5EF4-FFF2-40B4-BE49-F238E27FC236}">
                    <a16:creationId xmlns:a16="http://schemas.microsoft.com/office/drawing/2014/main" id="{CD3984BB-CCC2-49D9-A80B-9507BE5A916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38" name="Line 16">
                <a:extLst>
                  <a:ext uri="{FF2B5EF4-FFF2-40B4-BE49-F238E27FC236}">
                    <a16:creationId xmlns:a16="http://schemas.microsoft.com/office/drawing/2014/main" id="{78FF7C07-82F5-4A64-9D71-29CBE1B79007}"/>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9" name="Freeform 17">
                <a:extLst>
                  <a:ext uri="{FF2B5EF4-FFF2-40B4-BE49-F238E27FC236}">
                    <a16:creationId xmlns:a16="http://schemas.microsoft.com/office/drawing/2014/main" id="{7F1773CA-6AE7-4723-B072-CEC5F3829B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40" name="Freeform 18">
                <a:extLst>
                  <a:ext uri="{FF2B5EF4-FFF2-40B4-BE49-F238E27FC236}">
                    <a16:creationId xmlns:a16="http://schemas.microsoft.com/office/drawing/2014/main" id="{D5EC23E0-B877-4A62-B084-5407401FB6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41" name="Freeform 19">
                <a:extLst>
                  <a:ext uri="{FF2B5EF4-FFF2-40B4-BE49-F238E27FC236}">
                    <a16:creationId xmlns:a16="http://schemas.microsoft.com/office/drawing/2014/main" id="{633C4B0E-E7C6-4A1A-9D3A-80C8E3C59D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42" name="Freeform 20">
                <a:extLst>
                  <a:ext uri="{FF2B5EF4-FFF2-40B4-BE49-F238E27FC236}">
                    <a16:creationId xmlns:a16="http://schemas.microsoft.com/office/drawing/2014/main" id="{AB21372F-73AC-4C69-81F0-0D44D36F6E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43" name="Rectangle 21">
                <a:extLst>
                  <a:ext uri="{FF2B5EF4-FFF2-40B4-BE49-F238E27FC236}">
                    <a16:creationId xmlns:a16="http://schemas.microsoft.com/office/drawing/2014/main" id="{B5619D97-D7A8-4DFF-8AB1-F4B393C1B40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a14="http://schemas.microsoft.com/office/drawing/2010/main" w="9525">
                    <a:solidFill>
                      <a:srgbClr val="000000"/>
                    </a:solidFill>
                    <a:miter lim="800000"/>
                    <a:headEnd/>
                    <a:tailEnd/>
                  </a14:hiddenLine>
                </a:ext>
              </a:extLst>
            </p:spPr>
            <p:txBody>
              <a:bodyPr/>
              <a:lstStyle/>
              <a:p>
                <a:endParaRPr lang="en-US"/>
              </a:p>
            </p:txBody>
          </p:sp>
          <p:sp>
            <p:nvSpPr>
              <p:cNvPr id="44" name="Freeform 22">
                <a:extLst>
                  <a:ext uri="{FF2B5EF4-FFF2-40B4-BE49-F238E27FC236}">
                    <a16:creationId xmlns:a16="http://schemas.microsoft.com/office/drawing/2014/main" id="{55E03CED-9618-41BB-898B-2FECEFD7B7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45" name="Freeform 23">
                <a:extLst>
                  <a:ext uri="{FF2B5EF4-FFF2-40B4-BE49-F238E27FC236}">
                    <a16:creationId xmlns:a16="http://schemas.microsoft.com/office/drawing/2014/main" id="{78F0A5C5-589E-4053-A41A-FA77210C3D8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46" name="Freeform 24">
                <a:extLst>
                  <a:ext uri="{FF2B5EF4-FFF2-40B4-BE49-F238E27FC236}">
                    <a16:creationId xmlns:a16="http://schemas.microsoft.com/office/drawing/2014/main" id="{AC2718F8-15C5-4DAB-B194-AAEE8A205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47" name="Freeform 25">
                <a:extLst>
                  <a:ext uri="{FF2B5EF4-FFF2-40B4-BE49-F238E27FC236}">
                    <a16:creationId xmlns:a16="http://schemas.microsoft.com/office/drawing/2014/main" id="{23C6608B-EA21-4579-B33F-55E52AC2875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48" name="Freeform 26">
                <a:extLst>
                  <a:ext uri="{FF2B5EF4-FFF2-40B4-BE49-F238E27FC236}">
                    <a16:creationId xmlns:a16="http://schemas.microsoft.com/office/drawing/2014/main" id="{4A2FEFA2-D838-4CE1-90BA-B6C2EEB54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49" name="Freeform 27">
                <a:extLst>
                  <a:ext uri="{FF2B5EF4-FFF2-40B4-BE49-F238E27FC236}">
                    <a16:creationId xmlns:a16="http://schemas.microsoft.com/office/drawing/2014/main" id="{1A39CA24-DF18-4FCC-8265-36FC72ED58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50" name="Freeform 28">
                <a:extLst>
                  <a:ext uri="{FF2B5EF4-FFF2-40B4-BE49-F238E27FC236}">
                    <a16:creationId xmlns:a16="http://schemas.microsoft.com/office/drawing/2014/main" id="{50A32DBD-9B22-49C3-A628-A98533FBF4F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51" name="Freeform 29">
                <a:extLst>
                  <a:ext uri="{FF2B5EF4-FFF2-40B4-BE49-F238E27FC236}">
                    <a16:creationId xmlns:a16="http://schemas.microsoft.com/office/drawing/2014/main" id="{A3C0B30D-BB1A-4B3D-A162-3EBE6267F21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52" name="Freeform 30">
                <a:extLst>
                  <a:ext uri="{FF2B5EF4-FFF2-40B4-BE49-F238E27FC236}">
                    <a16:creationId xmlns:a16="http://schemas.microsoft.com/office/drawing/2014/main" id="{092B125A-1548-445E-8689-07BEEC8155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53" name="Freeform 31">
                <a:extLst>
                  <a:ext uri="{FF2B5EF4-FFF2-40B4-BE49-F238E27FC236}">
                    <a16:creationId xmlns:a16="http://schemas.microsoft.com/office/drawing/2014/main" id="{D6A7D7B9-9A7E-4FD2-A1B4-1C5CFAE5498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grpSp>
        <p:grpSp>
          <p:nvGrpSpPr>
            <p:cNvPr id="16" name="Group 15">
              <a:extLst>
                <a:ext uri="{FF2B5EF4-FFF2-40B4-BE49-F238E27FC236}">
                  <a16:creationId xmlns:a16="http://schemas.microsoft.com/office/drawing/2014/main" id="{DB1B0C3F-D935-4306-B5B1-6AA63588112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7" name="Freeform 32">
                <a:extLst>
                  <a:ext uri="{FF2B5EF4-FFF2-40B4-BE49-F238E27FC236}">
                    <a16:creationId xmlns:a16="http://schemas.microsoft.com/office/drawing/2014/main" id="{75BC67F5-D485-467A-BCCB-D062EB6DD0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18" name="Freeform 33">
                <a:extLst>
                  <a:ext uri="{FF2B5EF4-FFF2-40B4-BE49-F238E27FC236}">
                    <a16:creationId xmlns:a16="http://schemas.microsoft.com/office/drawing/2014/main" id="{7FB0B620-AB12-4F0B-AD1C-A47A5FBC632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19" name="Freeform 34">
                <a:extLst>
                  <a:ext uri="{FF2B5EF4-FFF2-40B4-BE49-F238E27FC236}">
                    <a16:creationId xmlns:a16="http://schemas.microsoft.com/office/drawing/2014/main" id="{6AEFA891-E591-4F7F-9DBA-FC78E9B8F1B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20" name="Freeform 35">
                <a:extLst>
                  <a:ext uri="{FF2B5EF4-FFF2-40B4-BE49-F238E27FC236}">
                    <a16:creationId xmlns:a16="http://schemas.microsoft.com/office/drawing/2014/main" id="{78921FFF-4B57-4E33-BE94-5A8BFC95E0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21" name="Freeform 36">
                <a:extLst>
                  <a:ext uri="{FF2B5EF4-FFF2-40B4-BE49-F238E27FC236}">
                    <a16:creationId xmlns:a16="http://schemas.microsoft.com/office/drawing/2014/main" id="{0C4A1658-5AAE-4925-B106-BC0A17862E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22" name="Freeform 37">
                <a:extLst>
                  <a:ext uri="{FF2B5EF4-FFF2-40B4-BE49-F238E27FC236}">
                    <a16:creationId xmlns:a16="http://schemas.microsoft.com/office/drawing/2014/main" id="{DE6DF3EB-099A-427A-A999-3BAF3BCA94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23" name="Freeform 38">
                <a:extLst>
                  <a:ext uri="{FF2B5EF4-FFF2-40B4-BE49-F238E27FC236}">
                    <a16:creationId xmlns:a16="http://schemas.microsoft.com/office/drawing/2014/main" id="{CC595EFE-4690-4B81-83B1-F863B951B0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24" name="Freeform 39">
                <a:extLst>
                  <a:ext uri="{FF2B5EF4-FFF2-40B4-BE49-F238E27FC236}">
                    <a16:creationId xmlns:a16="http://schemas.microsoft.com/office/drawing/2014/main" id="{400FAC39-AEAC-4B54-9694-29D537C203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25" name="Freeform 40">
                <a:extLst>
                  <a:ext uri="{FF2B5EF4-FFF2-40B4-BE49-F238E27FC236}">
                    <a16:creationId xmlns:a16="http://schemas.microsoft.com/office/drawing/2014/main" id="{C61298B0-056E-4D83-B168-1C054A17A0C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txBody>
              <a:bodyPr/>
              <a:lstStyle/>
              <a:p>
                <a:endParaRPr lang="en-US"/>
              </a:p>
            </p:txBody>
          </p:sp>
          <p:sp>
            <p:nvSpPr>
              <p:cNvPr id="26" name="Rectangle 41">
                <a:extLst>
                  <a:ext uri="{FF2B5EF4-FFF2-40B4-BE49-F238E27FC236}">
                    <a16:creationId xmlns:a16="http://schemas.microsoft.com/office/drawing/2014/main" id="{9F9E69A2-F9B0-40C2-BDC8-143835426BE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a14="http://schemas.microsoft.com/office/drawing/2010/main" w="9525">
                    <a:solidFill>
                      <a:srgbClr val="000000"/>
                    </a:solidFill>
                    <a:miter lim="800000"/>
                    <a:headEnd/>
                    <a:tailEnd/>
                  </a14:hiddenLine>
                </a:ext>
              </a:extLst>
            </p:spPr>
            <p:txBody>
              <a:bodyPr/>
              <a:lstStyle/>
              <a:p>
                <a:endParaRPr lang="en-US"/>
              </a:p>
            </p:txBody>
          </p:sp>
        </p:grpSp>
      </p:grpSp>
      <p:sp>
        <p:nvSpPr>
          <p:cNvPr id="55" name="Rectangle 54">
            <a:extLst>
              <a:ext uri="{FF2B5EF4-FFF2-40B4-BE49-F238E27FC236}">
                <a16:creationId xmlns:a16="http://schemas.microsoft.com/office/drawing/2014/main" id="{8A0A9431-2A3C-49F3-B6F6-720209A22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a:effectLst>
            <a:outerShdw blurRad="76200" dist="38100" algn="l" rotWithShape="0">
              <a:prstClr val="black">
                <a:alpha val="37000"/>
              </a:prstClr>
            </a:outerShdw>
          </a:effectLst>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57" name="Picture 2">
            <a:extLst>
              <a:ext uri="{FF2B5EF4-FFF2-40B4-BE49-F238E27FC236}">
                <a16:creationId xmlns:a16="http://schemas.microsoft.com/office/drawing/2014/main" id="{A85921EA-3A0D-43BC-8CB2-166ABD8BCC6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2783" y="0"/>
            <a:ext cx="12188952" cy="6858000"/>
          </a:xfrm>
          <a:prstGeom prst="rect">
            <a:avLst/>
          </a:prstGeom>
          <a:noFill/>
          <a:extLst>
            <a:ext uri="{909E8E84-426E-40dd-AFC4-6F175D3DCCD1}">
              <a14:hiddenFill xmlns="" xmlns:a16="http://schemas.microsoft.com/office/drawing/2014/main" xmlns:p14="http://schemas.microsoft.com/office/powerpoint/2010/main" xmlns:dgm="http://schemas.openxmlformats.org/drawingml/2006/diagram" xmlns:a14="http://schemas.microsoft.com/office/drawing/2010/main">
                <a:solidFill>
                  <a:srgbClr val="FFFFFF"/>
                </a:solidFill>
              </a14:hiddenFill>
            </a:ext>
          </a:extLst>
        </p:spPr>
      </p:pic>
      <p:grpSp>
        <p:nvGrpSpPr>
          <p:cNvPr id="59" name="Group 58">
            <a:extLst>
              <a:ext uri="{FF2B5EF4-FFF2-40B4-BE49-F238E27FC236}">
                <a16:creationId xmlns:a16="http://schemas.microsoft.com/office/drawing/2014/main" id="{BC3AB4E7-FF55-4CA6-B4C7-4E0E25F283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bg2">
                  <a:lumMod val="60000"/>
                  <a:lumOff val="40000"/>
                </a:schemeClr>
              </a:gs>
            </a:gsLst>
            <a:lin ang="5400000" scaled="0"/>
            <a:tileRect/>
          </a:gradFill>
        </p:grpSpPr>
        <p:sp>
          <p:nvSpPr>
            <p:cNvPr id="60" name="Rectangle 5">
              <a:extLst>
                <a:ext uri="{FF2B5EF4-FFF2-40B4-BE49-F238E27FC236}">
                  <a16:creationId xmlns:a16="http://schemas.microsoft.com/office/drawing/2014/main" id="{8E19F2B2-052E-42E1-92F1-452D58D525D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miter lim="800000"/>
                  <a:headEnd/>
                  <a:tailEnd/>
                </a14:hiddenLine>
              </a:ext>
            </a:extLst>
          </p:spPr>
          <p:txBody>
            <a:bodyPr/>
            <a:lstStyle/>
            <a:p>
              <a:endParaRPr lang="en-US"/>
            </a:p>
          </p:txBody>
        </p:sp>
        <p:sp>
          <p:nvSpPr>
            <p:cNvPr id="61" name="Freeform 6">
              <a:extLst>
                <a:ext uri="{FF2B5EF4-FFF2-40B4-BE49-F238E27FC236}">
                  <a16:creationId xmlns:a16="http://schemas.microsoft.com/office/drawing/2014/main" id="{0CD59E4B-B4D7-4454-851A-2EF95FAAA8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62" name="Freeform 7">
              <a:extLst>
                <a:ext uri="{FF2B5EF4-FFF2-40B4-BE49-F238E27FC236}">
                  <a16:creationId xmlns:a16="http://schemas.microsoft.com/office/drawing/2014/main" id="{651F93B7-9C2C-4712-862E-1FEA73B0FB4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63" name="Freeform 8">
              <a:extLst>
                <a:ext uri="{FF2B5EF4-FFF2-40B4-BE49-F238E27FC236}">
                  <a16:creationId xmlns:a16="http://schemas.microsoft.com/office/drawing/2014/main" id="{1F336EB0-99F1-46D0-95A4-864EF85FF4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64" name="Freeform 9">
              <a:extLst>
                <a:ext uri="{FF2B5EF4-FFF2-40B4-BE49-F238E27FC236}">
                  <a16:creationId xmlns:a16="http://schemas.microsoft.com/office/drawing/2014/main" id="{14BF28E7-6AD9-4869-A526-0153EE78CA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65" name="Freeform 10">
              <a:extLst>
                <a:ext uri="{FF2B5EF4-FFF2-40B4-BE49-F238E27FC236}">
                  <a16:creationId xmlns:a16="http://schemas.microsoft.com/office/drawing/2014/main" id="{D43F9047-D784-4EE9-9C73-5716D07C99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66" name="Freeform 11">
              <a:extLst>
                <a:ext uri="{FF2B5EF4-FFF2-40B4-BE49-F238E27FC236}">
                  <a16:creationId xmlns:a16="http://schemas.microsoft.com/office/drawing/2014/main" id="{1569AAB0-021C-4FCD-8C93-5029994F69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67" name="Freeform 12">
              <a:extLst>
                <a:ext uri="{FF2B5EF4-FFF2-40B4-BE49-F238E27FC236}">
                  <a16:creationId xmlns:a16="http://schemas.microsoft.com/office/drawing/2014/main" id="{101BBC97-FDFD-4022-984F-75162F7D7D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68" name="Freeform 13">
              <a:extLst>
                <a:ext uri="{FF2B5EF4-FFF2-40B4-BE49-F238E27FC236}">
                  <a16:creationId xmlns:a16="http://schemas.microsoft.com/office/drawing/2014/main" id="{F5CA96A6-85D5-4527-ACD9-E7566BC6AF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69" name="Freeform 14">
              <a:extLst>
                <a:ext uri="{FF2B5EF4-FFF2-40B4-BE49-F238E27FC236}">
                  <a16:creationId xmlns:a16="http://schemas.microsoft.com/office/drawing/2014/main" id="{6E4BDB9D-AB41-4CE3-A5CE-882AD1D420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70" name="Freeform 15">
              <a:extLst>
                <a:ext uri="{FF2B5EF4-FFF2-40B4-BE49-F238E27FC236}">
                  <a16:creationId xmlns:a16="http://schemas.microsoft.com/office/drawing/2014/main" id="{CCD85932-8245-46BE-A5E1-7A5346D05E5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71" name="Line 16">
              <a:extLst>
                <a:ext uri="{FF2B5EF4-FFF2-40B4-BE49-F238E27FC236}">
                  <a16:creationId xmlns:a16="http://schemas.microsoft.com/office/drawing/2014/main" id="{F02BA4F4-3851-4972-85AE-1BC617D8138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72" name="Freeform 17">
              <a:extLst>
                <a:ext uri="{FF2B5EF4-FFF2-40B4-BE49-F238E27FC236}">
                  <a16:creationId xmlns:a16="http://schemas.microsoft.com/office/drawing/2014/main" id="{C40EAB8E-F0CC-4F0A-A0DF-4FC56A83E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73" name="Freeform 18">
              <a:extLst>
                <a:ext uri="{FF2B5EF4-FFF2-40B4-BE49-F238E27FC236}">
                  <a16:creationId xmlns:a16="http://schemas.microsoft.com/office/drawing/2014/main" id="{4812FAD9-F428-48E3-8349-EFBBA460E6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74" name="Freeform 19">
              <a:extLst>
                <a:ext uri="{FF2B5EF4-FFF2-40B4-BE49-F238E27FC236}">
                  <a16:creationId xmlns:a16="http://schemas.microsoft.com/office/drawing/2014/main" id="{176DA8C8-14AA-423D-A1D4-1A4842B101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75" name="Freeform 20">
              <a:extLst>
                <a:ext uri="{FF2B5EF4-FFF2-40B4-BE49-F238E27FC236}">
                  <a16:creationId xmlns:a16="http://schemas.microsoft.com/office/drawing/2014/main" id="{CA97088D-B3D7-4F8B-8B91-223AF025CD8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76" name="Rectangle 21">
              <a:extLst>
                <a:ext uri="{FF2B5EF4-FFF2-40B4-BE49-F238E27FC236}">
                  <a16:creationId xmlns:a16="http://schemas.microsoft.com/office/drawing/2014/main" id="{54DD1546-D2E2-49C1-815B-752B18D4D61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miter lim="800000"/>
                  <a:headEnd/>
                  <a:tailEnd/>
                </a14:hiddenLine>
              </a:ext>
            </a:extLst>
          </p:spPr>
          <p:txBody>
            <a:bodyPr/>
            <a:lstStyle/>
            <a:p>
              <a:endParaRPr lang="en-US"/>
            </a:p>
          </p:txBody>
        </p:sp>
        <p:sp>
          <p:nvSpPr>
            <p:cNvPr id="77" name="Freeform 22">
              <a:extLst>
                <a:ext uri="{FF2B5EF4-FFF2-40B4-BE49-F238E27FC236}">
                  <a16:creationId xmlns:a16="http://schemas.microsoft.com/office/drawing/2014/main" id="{1A6141C7-9F66-449A-B13E-0E013A7EC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78" name="Freeform 23">
              <a:extLst>
                <a:ext uri="{FF2B5EF4-FFF2-40B4-BE49-F238E27FC236}">
                  <a16:creationId xmlns:a16="http://schemas.microsoft.com/office/drawing/2014/main" id="{203A04E0-35CB-4926-9C9B-1EE5716041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79" name="Freeform 24">
              <a:extLst>
                <a:ext uri="{FF2B5EF4-FFF2-40B4-BE49-F238E27FC236}">
                  <a16:creationId xmlns:a16="http://schemas.microsoft.com/office/drawing/2014/main" id="{02915CD8-F740-457D-849A-CD5381AF17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80" name="Freeform 25">
              <a:extLst>
                <a:ext uri="{FF2B5EF4-FFF2-40B4-BE49-F238E27FC236}">
                  <a16:creationId xmlns:a16="http://schemas.microsoft.com/office/drawing/2014/main" id="{09B91BDA-2064-4EF0-82A8-7142D969D9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81" name="Freeform 26">
              <a:extLst>
                <a:ext uri="{FF2B5EF4-FFF2-40B4-BE49-F238E27FC236}">
                  <a16:creationId xmlns:a16="http://schemas.microsoft.com/office/drawing/2014/main" id="{73FDDF3E-F2CB-43EF-9145-5924C7B113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82" name="Freeform 27">
              <a:extLst>
                <a:ext uri="{FF2B5EF4-FFF2-40B4-BE49-F238E27FC236}">
                  <a16:creationId xmlns:a16="http://schemas.microsoft.com/office/drawing/2014/main" id="{5F962AA3-5CCE-425D-993A-22BD458E74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83" name="Freeform 28">
              <a:extLst>
                <a:ext uri="{FF2B5EF4-FFF2-40B4-BE49-F238E27FC236}">
                  <a16:creationId xmlns:a16="http://schemas.microsoft.com/office/drawing/2014/main" id="{16D05019-D39C-42E4-96F7-0771B26CB0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84" name="Freeform 29">
              <a:extLst>
                <a:ext uri="{FF2B5EF4-FFF2-40B4-BE49-F238E27FC236}">
                  <a16:creationId xmlns:a16="http://schemas.microsoft.com/office/drawing/2014/main" id="{A5D4D99E-50F5-4CE9-93FA-670BA363D3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85" name="Freeform 30">
              <a:extLst>
                <a:ext uri="{FF2B5EF4-FFF2-40B4-BE49-F238E27FC236}">
                  <a16:creationId xmlns:a16="http://schemas.microsoft.com/office/drawing/2014/main" id="{9FB0AEBB-E344-4B87-9A59-032F0B4E1A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86" name="Freeform 31">
              <a:extLst>
                <a:ext uri="{FF2B5EF4-FFF2-40B4-BE49-F238E27FC236}">
                  <a16:creationId xmlns:a16="http://schemas.microsoft.com/office/drawing/2014/main" id="{5FB8F7A1-CF5E-4BFF-9A1E-B71C037243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grpSp>
      <p:sp>
        <p:nvSpPr>
          <p:cNvPr id="6" name="TextBox 5">
            <a:extLst>
              <a:ext uri="{FF2B5EF4-FFF2-40B4-BE49-F238E27FC236}">
                <a16:creationId xmlns:a16="http://schemas.microsoft.com/office/drawing/2014/main" id="{727E6275-1753-499F-35C5-662B5AD5CC20}"/>
              </a:ext>
            </a:extLst>
          </p:cNvPr>
          <p:cNvSpPr txBox="1"/>
          <p:nvPr/>
        </p:nvSpPr>
        <p:spPr>
          <a:xfrm>
            <a:off x="915874" y="4576651"/>
            <a:ext cx="10360253" cy="1297098"/>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000" cap="all" dirty="0">
                <a:solidFill>
                  <a:srgbClr val="FFFFFF"/>
                </a:solidFill>
                <a:latin typeface="+mj-lt"/>
                <a:ea typeface="+mj-ea"/>
                <a:cs typeface="+mj-cs"/>
              </a:rPr>
              <a:t>Book DELETE  functionality </a:t>
            </a:r>
          </a:p>
        </p:txBody>
      </p:sp>
      <p:grpSp>
        <p:nvGrpSpPr>
          <p:cNvPr id="88" name="Group 87">
            <a:extLst>
              <a:ext uri="{FF2B5EF4-FFF2-40B4-BE49-F238E27FC236}">
                <a16:creationId xmlns:a16="http://schemas.microsoft.com/office/drawing/2014/main" id="{80D8DF97-0106-4A43-B42C-B28CB96576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79200" y="0"/>
            <a:ext cx="674688" cy="6848476"/>
            <a:chOff x="11364912" y="0"/>
            <a:chExt cx="674688" cy="6848476"/>
          </a:xfrm>
          <a:gradFill flip="none" rotWithShape="1">
            <a:gsLst>
              <a:gs pos="0">
                <a:schemeClr val="bg2"/>
              </a:gs>
              <a:gs pos="100000">
                <a:schemeClr val="bg2">
                  <a:lumMod val="60000"/>
                  <a:lumOff val="40000"/>
                  <a:alpha val="60000"/>
                </a:schemeClr>
              </a:gs>
            </a:gsLst>
            <a:lin ang="5400000" scaled="0"/>
            <a:tileRect/>
          </a:gradFill>
        </p:grpSpPr>
        <p:sp>
          <p:nvSpPr>
            <p:cNvPr id="89" name="Freeform 32">
              <a:extLst>
                <a:ext uri="{FF2B5EF4-FFF2-40B4-BE49-F238E27FC236}">
                  <a16:creationId xmlns:a16="http://schemas.microsoft.com/office/drawing/2014/main" id="{F503B456-FD8B-4CD9-8E8C-6919626526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90" name="Freeform 33">
              <a:extLst>
                <a:ext uri="{FF2B5EF4-FFF2-40B4-BE49-F238E27FC236}">
                  <a16:creationId xmlns:a16="http://schemas.microsoft.com/office/drawing/2014/main" id="{38BB01B1-37C4-42A0-AC9B-E0F0A1E0852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91" name="Freeform 34">
              <a:extLst>
                <a:ext uri="{FF2B5EF4-FFF2-40B4-BE49-F238E27FC236}">
                  <a16:creationId xmlns:a16="http://schemas.microsoft.com/office/drawing/2014/main" id="{501AEC8E-C461-48EC-AE38-1334589F08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92" name="Freeform 35">
              <a:extLst>
                <a:ext uri="{FF2B5EF4-FFF2-40B4-BE49-F238E27FC236}">
                  <a16:creationId xmlns:a16="http://schemas.microsoft.com/office/drawing/2014/main" id="{14A6E6C3-198B-4ED4-9771-77E83D9B2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93" name="Freeform 36">
              <a:extLst>
                <a:ext uri="{FF2B5EF4-FFF2-40B4-BE49-F238E27FC236}">
                  <a16:creationId xmlns:a16="http://schemas.microsoft.com/office/drawing/2014/main" id="{497B9426-CA99-4B93-AEC5-C0CFE00D46D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94" name="Freeform 37">
              <a:extLst>
                <a:ext uri="{FF2B5EF4-FFF2-40B4-BE49-F238E27FC236}">
                  <a16:creationId xmlns:a16="http://schemas.microsoft.com/office/drawing/2014/main" id="{F7523F0A-09DF-42BD-8066-F4E2F285D0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95" name="Freeform 38">
              <a:extLst>
                <a:ext uri="{FF2B5EF4-FFF2-40B4-BE49-F238E27FC236}">
                  <a16:creationId xmlns:a16="http://schemas.microsoft.com/office/drawing/2014/main" id="{54F61401-F00B-4061-9B91-B8E3EC95FB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96" name="Freeform 39">
              <a:extLst>
                <a:ext uri="{FF2B5EF4-FFF2-40B4-BE49-F238E27FC236}">
                  <a16:creationId xmlns:a16="http://schemas.microsoft.com/office/drawing/2014/main" id="{4DDCC2DA-4B8C-4A37-A61C-F608D1CA38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97" name="Freeform 40">
              <a:extLst>
                <a:ext uri="{FF2B5EF4-FFF2-40B4-BE49-F238E27FC236}">
                  <a16:creationId xmlns:a16="http://schemas.microsoft.com/office/drawing/2014/main" id="{78E4F178-4DD6-4406-8C16-AC8E6BFA84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98" name="Rectangle 41">
              <a:extLst>
                <a:ext uri="{FF2B5EF4-FFF2-40B4-BE49-F238E27FC236}">
                  <a16:creationId xmlns:a16="http://schemas.microsoft.com/office/drawing/2014/main" id="{F35196FC-9A3B-4E94-8132-CDB3576E009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miter lim="800000"/>
                  <a:headEnd/>
                  <a:tailEnd/>
                </a14:hiddenLine>
              </a:ext>
            </a:extLst>
          </p:spPr>
          <p:txBody>
            <a:bodyPr/>
            <a:lstStyle/>
            <a:p>
              <a:endParaRPr lang="en-US"/>
            </a:p>
          </p:txBody>
        </p:sp>
      </p:grpSp>
      <p:sp useBgFill="1">
        <p:nvSpPr>
          <p:cNvPr id="100" name="Round Diagonal Corner Rectangle 6">
            <a:extLst>
              <a:ext uri="{FF2B5EF4-FFF2-40B4-BE49-F238E27FC236}">
                <a16:creationId xmlns:a16="http://schemas.microsoft.com/office/drawing/2014/main" id="{C0170EB2-D797-4D4E-9C08-A165F6A14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6005" y="639965"/>
            <a:ext cx="10879991" cy="3598548"/>
          </a:xfrm>
          <a:prstGeom prst="round2DiagRect">
            <a:avLst>
              <a:gd name="adj1" fmla="val 9529"/>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10;&#10;Description automatically generated">
            <a:extLst>
              <a:ext uri="{FF2B5EF4-FFF2-40B4-BE49-F238E27FC236}">
                <a16:creationId xmlns:a16="http://schemas.microsoft.com/office/drawing/2014/main" id="{DFC9C9BD-C7EC-EF4E-FCED-94DE01A67C06}"/>
              </a:ext>
            </a:extLst>
          </p:cNvPr>
          <p:cNvPicPr>
            <a:picLocks noChangeAspect="1"/>
          </p:cNvPicPr>
          <p:nvPr/>
        </p:nvPicPr>
        <p:blipFill>
          <a:blip r:embed="rId3"/>
          <a:stretch>
            <a:fillRect/>
          </a:stretch>
        </p:blipFill>
        <p:spPr>
          <a:xfrm>
            <a:off x="7240412" y="1211404"/>
            <a:ext cx="1751326" cy="1431708"/>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pic>
        <p:nvPicPr>
          <p:cNvPr id="7" name="Picture 6" descr="A screenshot of a computer program&#10;&#10;Description automatically generated">
            <a:extLst>
              <a:ext uri="{FF2B5EF4-FFF2-40B4-BE49-F238E27FC236}">
                <a16:creationId xmlns:a16="http://schemas.microsoft.com/office/drawing/2014/main" id="{7DDC3328-B71E-7AD7-A783-CAA8450B1658}"/>
              </a:ext>
            </a:extLst>
          </p:cNvPr>
          <p:cNvPicPr>
            <a:picLocks noChangeAspect="1"/>
          </p:cNvPicPr>
          <p:nvPr/>
        </p:nvPicPr>
        <p:blipFill>
          <a:blip r:embed="rId4"/>
          <a:stretch>
            <a:fillRect/>
          </a:stretch>
        </p:blipFill>
        <p:spPr>
          <a:xfrm>
            <a:off x="3200262" y="1093788"/>
            <a:ext cx="3442711" cy="1818854"/>
          </a:xfrm>
          <a:prstGeom prst="rect">
            <a:avLst/>
          </a:prstGeom>
        </p:spPr>
      </p:pic>
      <p:cxnSp>
        <p:nvCxnSpPr>
          <p:cNvPr id="3" name="Connector: Elbow 2">
            <a:extLst>
              <a:ext uri="{FF2B5EF4-FFF2-40B4-BE49-F238E27FC236}">
                <a16:creationId xmlns:a16="http://schemas.microsoft.com/office/drawing/2014/main" id="{8435B293-FD4D-DD6E-3DB9-C19EB76B69C6}"/>
              </a:ext>
            </a:extLst>
          </p:cNvPr>
          <p:cNvCxnSpPr/>
          <p:nvPr/>
        </p:nvCxnSpPr>
        <p:spPr>
          <a:xfrm rot="10800000">
            <a:off x="6455769" y="1690502"/>
            <a:ext cx="1171922" cy="554519"/>
          </a:xfrm>
          <a:prstGeom prst="bentConnector3">
            <a:avLst/>
          </a:prstGeom>
          <a:ln w="57150">
            <a:solidFill>
              <a:schemeClr val="accent3">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F8919FF-D922-7D33-BB45-1690A095799C}"/>
              </a:ext>
            </a:extLst>
          </p:cNvPr>
          <p:cNvSpPr txBox="1"/>
          <p:nvPr/>
        </p:nvSpPr>
        <p:spPr>
          <a:xfrm>
            <a:off x="3359020" y="3102526"/>
            <a:ext cx="5549209" cy="674031"/>
          </a:xfrm>
          <a:prstGeom prst="rect">
            <a:avLst/>
          </a:prstGeom>
          <a:noFill/>
        </p:spPr>
        <p:txBody>
          <a:bodyPr wrap="square" rtlCol="0">
            <a:spAutoFit/>
          </a:bodyPr>
          <a:lstStyle/>
          <a:p>
            <a:pPr defTabSz="320040">
              <a:spcAft>
                <a:spcPts val="600"/>
              </a:spcAft>
            </a:pPr>
            <a:r>
              <a:rPr lang="en-US" sz="1260" kern="1200" dirty="0">
                <a:solidFill>
                  <a:schemeClr val="tx1"/>
                </a:solidFill>
                <a:latin typeface="+mn-lt"/>
                <a:ea typeface="+mn-ea"/>
                <a:cs typeface="+mn-cs"/>
              </a:rPr>
              <a:t>When we press the delete button, the program will see that it takes the value from the field and searches the database for the book that needs to be deleted. If it finds it, it will delete it.</a:t>
            </a:r>
            <a:endParaRPr lang="en-US" dirty="0"/>
          </a:p>
        </p:txBody>
      </p:sp>
    </p:spTree>
    <p:extLst>
      <p:ext uri="{BB962C8B-B14F-4D97-AF65-F5344CB8AC3E}">
        <p14:creationId xmlns:p14="http://schemas.microsoft.com/office/powerpoint/2010/main" val="2276746654"/>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76" name="Picture 2">
            <a:extLst>
              <a:ext uri="{FF2B5EF4-FFF2-40B4-BE49-F238E27FC236}">
                <a16:creationId xmlns:a16="http://schemas.microsoft.com/office/drawing/2014/main" id="{9EB19A0D-88ED-4EC7-B012-FDA45662F22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78" name="Group 77">
            <a:extLst>
              <a:ext uri="{FF2B5EF4-FFF2-40B4-BE49-F238E27FC236}">
                <a16:creationId xmlns:a16="http://schemas.microsoft.com/office/drawing/2014/main" id="{039C885C-7507-48BC-8DA5-9B9A8A3B290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79" name="Rectangle 5">
              <a:extLst>
                <a:ext uri="{FF2B5EF4-FFF2-40B4-BE49-F238E27FC236}">
                  <a16:creationId xmlns:a16="http://schemas.microsoft.com/office/drawing/2014/main" id="{80315E80-D09C-4AAC-A1AA-6416ADD0A77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80" name="Freeform 6">
              <a:extLst>
                <a:ext uri="{FF2B5EF4-FFF2-40B4-BE49-F238E27FC236}">
                  <a16:creationId xmlns:a16="http://schemas.microsoft.com/office/drawing/2014/main" id="{464D5536-A035-4505-AF73-4F7CAE4882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1" name="Freeform 7">
              <a:extLst>
                <a:ext uri="{FF2B5EF4-FFF2-40B4-BE49-F238E27FC236}">
                  <a16:creationId xmlns:a16="http://schemas.microsoft.com/office/drawing/2014/main" id="{81218E36-F40D-459F-A201-0A62E0FA57A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2" name="Rectangle 8">
              <a:extLst>
                <a:ext uri="{FF2B5EF4-FFF2-40B4-BE49-F238E27FC236}">
                  <a16:creationId xmlns:a16="http://schemas.microsoft.com/office/drawing/2014/main" id="{5B53825A-3A84-4E26-A19D-A61548B6A59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83" name="Freeform 9">
              <a:extLst>
                <a:ext uri="{FF2B5EF4-FFF2-40B4-BE49-F238E27FC236}">
                  <a16:creationId xmlns:a16="http://schemas.microsoft.com/office/drawing/2014/main" id="{AD90489C-7868-4D44-828E-5BD078E107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4" name="Freeform 10">
              <a:extLst>
                <a:ext uri="{FF2B5EF4-FFF2-40B4-BE49-F238E27FC236}">
                  <a16:creationId xmlns:a16="http://schemas.microsoft.com/office/drawing/2014/main" id="{98ED0810-C456-43E0-A430-4BF3E84BB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5" name="Freeform 11">
              <a:extLst>
                <a:ext uri="{FF2B5EF4-FFF2-40B4-BE49-F238E27FC236}">
                  <a16:creationId xmlns:a16="http://schemas.microsoft.com/office/drawing/2014/main" id="{E5A0D863-274E-498B-A757-EE462B7CF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6" name="Freeform 12">
              <a:extLst>
                <a:ext uri="{FF2B5EF4-FFF2-40B4-BE49-F238E27FC236}">
                  <a16:creationId xmlns:a16="http://schemas.microsoft.com/office/drawing/2014/main" id="{B7819E45-002E-4BE7-9D91-AF82D377627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7" name="Freeform 13">
              <a:extLst>
                <a:ext uri="{FF2B5EF4-FFF2-40B4-BE49-F238E27FC236}">
                  <a16:creationId xmlns:a16="http://schemas.microsoft.com/office/drawing/2014/main" id="{8B2A702D-53E8-4674-87E0-CA1F7E5627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8" name="Freeform 14">
              <a:extLst>
                <a:ext uri="{FF2B5EF4-FFF2-40B4-BE49-F238E27FC236}">
                  <a16:creationId xmlns:a16="http://schemas.microsoft.com/office/drawing/2014/main" id="{451CEEF2-55A9-4CDF-BB69-2D07031F0D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9" name="Freeform 15">
              <a:extLst>
                <a:ext uri="{FF2B5EF4-FFF2-40B4-BE49-F238E27FC236}">
                  <a16:creationId xmlns:a16="http://schemas.microsoft.com/office/drawing/2014/main" id="{DCEC5350-68CD-460C-999B-A6055EA506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0" name="Freeform 16">
              <a:extLst>
                <a:ext uri="{FF2B5EF4-FFF2-40B4-BE49-F238E27FC236}">
                  <a16:creationId xmlns:a16="http://schemas.microsoft.com/office/drawing/2014/main" id="{26945734-B592-423F-BCF3-8ED9227467C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1" name="Freeform 17">
              <a:extLst>
                <a:ext uri="{FF2B5EF4-FFF2-40B4-BE49-F238E27FC236}">
                  <a16:creationId xmlns:a16="http://schemas.microsoft.com/office/drawing/2014/main" id="{D6FF6791-D332-4D35-90E0-42011DF40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2" name="Freeform 18">
              <a:extLst>
                <a:ext uri="{FF2B5EF4-FFF2-40B4-BE49-F238E27FC236}">
                  <a16:creationId xmlns:a16="http://schemas.microsoft.com/office/drawing/2014/main" id="{B1ED9C0C-0AD0-4F60-BB85-02B00AFE760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3" name="Freeform 19">
              <a:extLst>
                <a:ext uri="{FF2B5EF4-FFF2-40B4-BE49-F238E27FC236}">
                  <a16:creationId xmlns:a16="http://schemas.microsoft.com/office/drawing/2014/main" id="{E202B26B-3FB3-4127-9295-F6E24A75E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4" name="Freeform 20">
              <a:extLst>
                <a:ext uri="{FF2B5EF4-FFF2-40B4-BE49-F238E27FC236}">
                  <a16:creationId xmlns:a16="http://schemas.microsoft.com/office/drawing/2014/main" id="{A9B0C70B-3686-4190-8592-736E11AB4D0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5" name="Freeform 21">
              <a:extLst>
                <a:ext uri="{FF2B5EF4-FFF2-40B4-BE49-F238E27FC236}">
                  <a16:creationId xmlns:a16="http://schemas.microsoft.com/office/drawing/2014/main" id="{3DCD01FB-20E8-42C3-AFE9-DFD3F426A1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6" name="Freeform 22">
              <a:extLst>
                <a:ext uri="{FF2B5EF4-FFF2-40B4-BE49-F238E27FC236}">
                  <a16:creationId xmlns:a16="http://schemas.microsoft.com/office/drawing/2014/main" id="{E18D3AEB-E104-4243-893A-880F9A3C45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7" name="Freeform 23">
              <a:extLst>
                <a:ext uri="{FF2B5EF4-FFF2-40B4-BE49-F238E27FC236}">
                  <a16:creationId xmlns:a16="http://schemas.microsoft.com/office/drawing/2014/main" id="{25B79020-576E-46E2-BDDD-3D93C9DD53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8" name="Freeform 24">
              <a:extLst>
                <a:ext uri="{FF2B5EF4-FFF2-40B4-BE49-F238E27FC236}">
                  <a16:creationId xmlns:a16="http://schemas.microsoft.com/office/drawing/2014/main" id="{F9BE123C-99CB-4F9F-B6AD-D78B410111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9" name="Freeform 25">
              <a:extLst>
                <a:ext uri="{FF2B5EF4-FFF2-40B4-BE49-F238E27FC236}">
                  <a16:creationId xmlns:a16="http://schemas.microsoft.com/office/drawing/2014/main" id="{2652409A-0FBC-471C-8070-735AA2D18C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0" name="Freeform 26">
              <a:extLst>
                <a:ext uri="{FF2B5EF4-FFF2-40B4-BE49-F238E27FC236}">
                  <a16:creationId xmlns:a16="http://schemas.microsoft.com/office/drawing/2014/main" id="{A7B0AC30-BECB-435E-B184-5893DAF4CF1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1" name="Freeform 27">
              <a:extLst>
                <a:ext uri="{FF2B5EF4-FFF2-40B4-BE49-F238E27FC236}">
                  <a16:creationId xmlns:a16="http://schemas.microsoft.com/office/drawing/2014/main" id="{209F3AA3-0D92-49EA-8E9E-E85193591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2" name="Freeform 28">
              <a:extLst>
                <a:ext uri="{FF2B5EF4-FFF2-40B4-BE49-F238E27FC236}">
                  <a16:creationId xmlns:a16="http://schemas.microsoft.com/office/drawing/2014/main" id="{96C003E9-8BC2-48CC-ABF7-540233FDB0B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3" name="Freeform 29">
              <a:extLst>
                <a:ext uri="{FF2B5EF4-FFF2-40B4-BE49-F238E27FC236}">
                  <a16:creationId xmlns:a16="http://schemas.microsoft.com/office/drawing/2014/main" id="{13BDD8BA-D378-486C-AAC9-F4BC3E8560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4" name="Freeform 30">
              <a:extLst>
                <a:ext uri="{FF2B5EF4-FFF2-40B4-BE49-F238E27FC236}">
                  <a16:creationId xmlns:a16="http://schemas.microsoft.com/office/drawing/2014/main" id="{04C38930-9B92-429B-915A-D0198D6ACD1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5" name="Freeform 31">
              <a:extLst>
                <a:ext uri="{FF2B5EF4-FFF2-40B4-BE49-F238E27FC236}">
                  <a16:creationId xmlns:a16="http://schemas.microsoft.com/office/drawing/2014/main" id="{32660743-42C8-4FFB-A77B-66678E1E1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6" name="Freeform 32">
              <a:extLst>
                <a:ext uri="{FF2B5EF4-FFF2-40B4-BE49-F238E27FC236}">
                  <a16:creationId xmlns:a16="http://schemas.microsoft.com/office/drawing/2014/main" id="{6B242301-66B7-4876-B23A-1B97410A55A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7" name="Rectangle 33">
              <a:extLst>
                <a:ext uri="{FF2B5EF4-FFF2-40B4-BE49-F238E27FC236}">
                  <a16:creationId xmlns:a16="http://schemas.microsoft.com/office/drawing/2014/main" id="{B05C5127-C481-4571-9E17-90305CA0A91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08" name="Freeform 34">
              <a:extLst>
                <a:ext uri="{FF2B5EF4-FFF2-40B4-BE49-F238E27FC236}">
                  <a16:creationId xmlns:a16="http://schemas.microsoft.com/office/drawing/2014/main" id="{BC0F1F06-EBE2-4919-A902-A503E384D26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9" name="Freeform 35">
              <a:extLst>
                <a:ext uri="{FF2B5EF4-FFF2-40B4-BE49-F238E27FC236}">
                  <a16:creationId xmlns:a16="http://schemas.microsoft.com/office/drawing/2014/main" id="{2B2E1C8D-A953-4AED-8346-C34CFE3BE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0" name="Freeform 36">
              <a:extLst>
                <a:ext uri="{FF2B5EF4-FFF2-40B4-BE49-F238E27FC236}">
                  <a16:creationId xmlns:a16="http://schemas.microsoft.com/office/drawing/2014/main" id="{8F150D6E-EB09-41AD-93BE-BF543BE365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1" name="Freeform 37">
              <a:extLst>
                <a:ext uri="{FF2B5EF4-FFF2-40B4-BE49-F238E27FC236}">
                  <a16:creationId xmlns:a16="http://schemas.microsoft.com/office/drawing/2014/main" id="{AE3633FE-8FF6-4FC3-8422-483E7FAEDE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2" name="Freeform 38">
              <a:extLst>
                <a:ext uri="{FF2B5EF4-FFF2-40B4-BE49-F238E27FC236}">
                  <a16:creationId xmlns:a16="http://schemas.microsoft.com/office/drawing/2014/main" id="{D233BC09-3785-4EA9-A80F-699EABFCD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3" name="Freeform 39">
              <a:extLst>
                <a:ext uri="{FF2B5EF4-FFF2-40B4-BE49-F238E27FC236}">
                  <a16:creationId xmlns:a16="http://schemas.microsoft.com/office/drawing/2014/main" id="{DEFAAC70-9A33-41C4-9960-80B056E47F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4" name="Freeform 40">
              <a:extLst>
                <a:ext uri="{FF2B5EF4-FFF2-40B4-BE49-F238E27FC236}">
                  <a16:creationId xmlns:a16="http://schemas.microsoft.com/office/drawing/2014/main" id="{FE1B6380-FA49-4E35-B2EB-BC1D322A0A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5" name="Freeform 41">
              <a:extLst>
                <a:ext uri="{FF2B5EF4-FFF2-40B4-BE49-F238E27FC236}">
                  <a16:creationId xmlns:a16="http://schemas.microsoft.com/office/drawing/2014/main" id="{F578AFE9-69B9-4FE3-A349-4640D49A58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6" name="Freeform 42">
              <a:extLst>
                <a:ext uri="{FF2B5EF4-FFF2-40B4-BE49-F238E27FC236}">
                  <a16:creationId xmlns:a16="http://schemas.microsoft.com/office/drawing/2014/main" id="{49C01CF4-73AC-40B8-8AA5-60072CBB34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7" name="Freeform 43">
              <a:extLst>
                <a:ext uri="{FF2B5EF4-FFF2-40B4-BE49-F238E27FC236}">
                  <a16:creationId xmlns:a16="http://schemas.microsoft.com/office/drawing/2014/main" id="{B4DA1C3D-282A-4010-9263-E2F62D79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8" name="Freeform 44">
              <a:extLst>
                <a:ext uri="{FF2B5EF4-FFF2-40B4-BE49-F238E27FC236}">
                  <a16:creationId xmlns:a16="http://schemas.microsoft.com/office/drawing/2014/main" id="{52475A43-7A28-4A0F-BA58-C070BB882B6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9" name="Rectangle 45">
              <a:extLst>
                <a:ext uri="{FF2B5EF4-FFF2-40B4-BE49-F238E27FC236}">
                  <a16:creationId xmlns:a16="http://schemas.microsoft.com/office/drawing/2014/main" id="{0C7241CC-AC61-4580-A46E-C217B329EB2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20" name="Freeform 46">
              <a:extLst>
                <a:ext uri="{FF2B5EF4-FFF2-40B4-BE49-F238E27FC236}">
                  <a16:creationId xmlns:a16="http://schemas.microsoft.com/office/drawing/2014/main" id="{584FF8AA-E75D-483B-A344-7022541CF8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1" name="Freeform 47">
              <a:extLst>
                <a:ext uri="{FF2B5EF4-FFF2-40B4-BE49-F238E27FC236}">
                  <a16:creationId xmlns:a16="http://schemas.microsoft.com/office/drawing/2014/main" id="{AFF0ABD2-8247-432E-9F13-CCB7D0E620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2" name="Freeform 48">
              <a:extLst>
                <a:ext uri="{FF2B5EF4-FFF2-40B4-BE49-F238E27FC236}">
                  <a16:creationId xmlns:a16="http://schemas.microsoft.com/office/drawing/2014/main" id="{8779D639-A8BE-46A3-BF82-B0498C363B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3" name="Freeform 49">
              <a:extLst>
                <a:ext uri="{FF2B5EF4-FFF2-40B4-BE49-F238E27FC236}">
                  <a16:creationId xmlns:a16="http://schemas.microsoft.com/office/drawing/2014/main" id="{62C75AD3-B601-4AB8-A449-C0375B263A5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4" name="Freeform 50">
              <a:extLst>
                <a:ext uri="{FF2B5EF4-FFF2-40B4-BE49-F238E27FC236}">
                  <a16:creationId xmlns:a16="http://schemas.microsoft.com/office/drawing/2014/main" id="{7CEBAD4A-BB32-451F-B1E1-48D6F52EBD5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5" name="Freeform 51">
              <a:extLst>
                <a:ext uri="{FF2B5EF4-FFF2-40B4-BE49-F238E27FC236}">
                  <a16:creationId xmlns:a16="http://schemas.microsoft.com/office/drawing/2014/main" id="{9EA19F7F-29F8-4DF4-AB9B-C4D507FA7C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6" name="Freeform 52">
              <a:extLst>
                <a:ext uri="{FF2B5EF4-FFF2-40B4-BE49-F238E27FC236}">
                  <a16:creationId xmlns:a16="http://schemas.microsoft.com/office/drawing/2014/main" id="{9A6E14CB-BA29-40ED-B9E1-9AF554AFDE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7" name="Freeform 53">
              <a:extLst>
                <a:ext uri="{FF2B5EF4-FFF2-40B4-BE49-F238E27FC236}">
                  <a16:creationId xmlns:a16="http://schemas.microsoft.com/office/drawing/2014/main" id="{384A67CA-9AF3-4473-9BC7-2C48C43261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8" name="Freeform 54">
              <a:extLst>
                <a:ext uri="{FF2B5EF4-FFF2-40B4-BE49-F238E27FC236}">
                  <a16:creationId xmlns:a16="http://schemas.microsoft.com/office/drawing/2014/main" id="{9DE1AF00-9D03-4DFB-B862-C866596289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9" name="Freeform 55">
              <a:extLst>
                <a:ext uri="{FF2B5EF4-FFF2-40B4-BE49-F238E27FC236}">
                  <a16:creationId xmlns:a16="http://schemas.microsoft.com/office/drawing/2014/main" id="{03D15E32-C507-4B36-B9AB-BD0A1AEBDE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30" name="Freeform 56">
              <a:extLst>
                <a:ext uri="{FF2B5EF4-FFF2-40B4-BE49-F238E27FC236}">
                  <a16:creationId xmlns:a16="http://schemas.microsoft.com/office/drawing/2014/main" id="{978B3024-1C05-4858-A919-0ABF75EF71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31" name="Freeform 57">
              <a:extLst>
                <a:ext uri="{FF2B5EF4-FFF2-40B4-BE49-F238E27FC236}">
                  <a16:creationId xmlns:a16="http://schemas.microsoft.com/office/drawing/2014/main" id="{04B0C1D6-8B63-4D35-83C5-5D4331190A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32" name="Freeform 58">
              <a:extLst>
                <a:ext uri="{FF2B5EF4-FFF2-40B4-BE49-F238E27FC236}">
                  <a16:creationId xmlns:a16="http://schemas.microsoft.com/office/drawing/2014/main" id="{C0409678-BF82-43B2-8F95-46A5A0E1864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
        <p:nvSpPr>
          <p:cNvPr id="2" name="Title 1">
            <a:extLst>
              <a:ext uri="{FF2B5EF4-FFF2-40B4-BE49-F238E27FC236}">
                <a16:creationId xmlns:a16="http://schemas.microsoft.com/office/drawing/2014/main" id="{AAD5F19D-2C17-E2C1-373F-9750D9E7EAA6}"/>
              </a:ext>
            </a:extLst>
          </p:cNvPr>
          <p:cNvSpPr>
            <a:spLocks noGrp="1"/>
          </p:cNvSpPr>
          <p:nvPr>
            <p:ph type="title"/>
          </p:nvPr>
        </p:nvSpPr>
        <p:spPr>
          <a:xfrm>
            <a:off x="1876424" y="4141693"/>
            <a:ext cx="8791575" cy="1301673"/>
          </a:xfrm>
        </p:spPr>
        <p:txBody>
          <a:bodyPr vert="horz" lIns="91440" tIns="45720" rIns="91440" bIns="45720" rtlCol="0" anchor="b">
            <a:normAutofit/>
          </a:bodyPr>
          <a:lstStyle/>
          <a:p>
            <a:r>
              <a:rPr lang="en-US" sz="4800" dirty="0"/>
              <a:t>Database TABLES  </a:t>
            </a:r>
          </a:p>
        </p:txBody>
      </p:sp>
      <p:pic>
        <p:nvPicPr>
          <p:cNvPr id="5" name="Picture 4" descr="A screenshot of a computer&#10;&#10;Description automatically generated">
            <a:extLst>
              <a:ext uri="{FF2B5EF4-FFF2-40B4-BE49-F238E27FC236}">
                <a16:creationId xmlns:a16="http://schemas.microsoft.com/office/drawing/2014/main" id="{E6C412FE-6B99-EE49-C3D6-B8FD3FFAF2E4}"/>
              </a:ext>
            </a:extLst>
          </p:cNvPr>
          <p:cNvPicPr>
            <a:picLocks noChangeAspect="1"/>
          </p:cNvPicPr>
          <p:nvPr/>
        </p:nvPicPr>
        <p:blipFill>
          <a:blip r:embed="rId4"/>
          <a:stretch>
            <a:fillRect/>
          </a:stretch>
        </p:blipFill>
        <p:spPr>
          <a:xfrm>
            <a:off x="1876425" y="1217626"/>
            <a:ext cx="4313924" cy="2674632"/>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pic>
        <p:nvPicPr>
          <p:cNvPr id="7" name="Picture 6" descr="A dolphin and text on a black background&#10;&#10;Description automatically generated">
            <a:extLst>
              <a:ext uri="{FF2B5EF4-FFF2-40B4-BE49-F238E27FC236}">
                <a16:creationId xmlns:a16="http://schemas.microsoft.com/office/drawing/2014/main" id="{1C18245B-900A-F2FC-8F4C-EC80F326CF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54075" y="1433331"/>
            <a:ext cx="4313924" cy="2232455"/>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Tree>
    <p:extLst>
      <p:ext uri="{BB962C8B-B14F-4D97-AF65-F5344CB8AC3E}">
        <p14:creationId xmlns:p14="http://schemas.microsoft.com/office/powerpoint/2010/main" val="4247251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8000"/>
                <a:hueMod val="94000"/>
                <a:satMod val="148000"/>
                <a:lumMod val="150000"/>
              </a:schemeClr>
            </a:gs>
            <a:gs pos="100000">
              <a:schemeClr val="bg1">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pic>
        <p:nvPicPr>
          <p:cNvPr id="7" name="Picture 2">
            <a:extLst>
              <a:ext uri="{FF2B5EF4-FFF2-40B4-BE49-F238E27FC236}">
                <a16:creationId xmlns:a16="http://schemas.microsoft.com/office/drawing/2014/main" id="{9ACD3AF8-B16E-4174-8C1A-41F683C4AF8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a16="http://schemas.microsoft.com/office/drawing/2014/main" xmlns="">
                <a:solidFill>
                  <a:srgbClr val="FFFFFF"/>
                </a:solidFill>
              </a14:hiddenFill>
            </a:ext>
          </a:extLst>
        </p:spPr>
      </p:pic>
      <p:grpSp>
        <p:nvGrpSpPr>
          <p:cNvPr id="9" name="Group 8">
            <a:extLst>
              <a:ext uri="{FF2B5EF4-FFF2-40B4-BE49-F238E27FC236}">
                <a16:creationId xmlns:a16="http://schemas.microsoft.com/office/drawing/2014/main" id="{FF5EAD09-B81D-415F-8BCF-73C81AE05F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0" name="Rectangle 5">
              <a:extLst>
                <a:ext uri="{FF2B5EF4-FFF2-40B4-BE49-F238E27FC236}">
                  <a16:creationId xmlns:a16="http://schemas.microsoft.com/office/drawing/2014/main" id="{CFB79010-8ED4-49EF-AFD2-F4D8C80B69B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11" name="Freeform 6">
              <a:extLst>
                <a:ext uri="{FF2B5EF4-FFF2-40B4-BE49-F238E27FC236}">
                  <a16:creationId xmlns:a16="http://schemas.microsoft.com/office/drawing/2014/main" id="{4649B869-006E-42B5-9DDC-21049B130E0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2" name="Freeform 7">
              <a:extLst>
                <a:ext uri="{FF2B5EF4-FFF2-40B4-BE49-F238E27FC236}">
                  <a16:creationId xmlns:a16="http://schemas.microsoft.com/office/drawing/2014/main" id="{443096BD-333F-48B6-8220-D1F9793E40A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3" name="Rectangle 8">
              <a:extLst>
                <a:ext uri="{FF2B5EF4-FFF2-40B4-BE49-F238E27FC236}">
                  <a16:creationId xmlns:a16="http://schemas.microsoft.com/office/drawing/2014/main" id="{1A45BB9A-7E84-4B9B-923A-270A97F8524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14" name="Freeform 9">
              <a:extLst>
                <a:ext uri="{FF2B5EF4-FFF2-40B4-BE49-F238E27FC236}">
                  <a16:creationId xmlns:a16="http://schemas.microsoft.com/office/drawing/2014/main" id="{D7D7C768-2F76-4DE2-A807-1B9FFF816C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5" name="Freeform 10">
              <a:extLst>
                <a:ext uri="{FF2B5EF4-FFF2-40B4-BE49-F238E27FC236}">
                  <a16:creationId xmlns:a16="http://schemas.microsoft.com/office/drawing/2014/main" id="{1870B32E-EE42-470E-B543-CA55AEC8CA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6" name="Freeform 11">
              <a:extLst>
                <a:ext uri="{FF2B5EF4-FFF2-40B4-BE49-F238E27FC236}">
                  <a16:creationId xmlns:a16="http://schemas.microsoft.com/office/drawing/2014/main" id="{EEF09120-11AA-4DB5-98A8-EC4923002C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7" name="Freeform 12">
              <a:extLst>
                <a:ext uri="{FF2B5EF4-FFF2-40B4-BE49-F238E27FC236}">
                  <a16:creationId xmlns:a16="http://schemas.microsoft.com/office/drawing/2014/main" id="{39CC463D-589C-461C-A234-0460EB06B8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8" name="Freeform 13">
              <a:extLst>
                <a:ext uri="{FF2B5EF4-FFF2-40B4-BE49-F238E27FC236}">
                  <a16:creationId xmlns:a16="http://schemas.microsoft.com/office/drawing/2014/main" id="{B6516153-269A-421E-A021-CB3F3C5E1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19" name="Freeform 14">
              <a:extLst>
                <a:ext uri="{FF2B5EF4-FFF2-40B4-BE49-F238E27FC236}">
                  <a16:creationId xmlns:a16="http://schemas.microsoft.com/office/drawing/2014/main" id="{45E14300-6C4A-4F77-915F-F3B25B0237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0" name="Freeform 15">
              <a:extLst>
                <a:ext uri="{FF2B5EF4-FFF2-40B4-BE49-F238E27FC236}">
                  <a16:creationId xmlns:a16="http://schemas.microsoft.com/office/drawing/2014/main" id="{993E312A-E6A6-4B52-ADE6-618ADC89BA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1" name="Freeform 16">
              <a:extLst>
                <a:ext uri="{FF2B5EF4-FFF2-40B4-BE49-F238E27FC236}">
                  <a16:creationId xmlns:a16="http://schemas.microsoft.com/office/drawing/2014/main" id="{2F0F3026-2480-472B-8C52-36812C81E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2" name="Freeform 17">
              <a:extLst>
                <a:ext uri="{FF2B5EF4-FFF2-40B4-BE49-F238E27FC236}">
                  <a16:creationId xmlns:a16="http://schemas.microsoft.com/office/drawing/2014/main" id="{34E1C992-559D-4827-9F30-31A3CA7A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3" name="Freeform 18">
              <a:extLst>
                <a:ext uri="{FF2B5EF4-FFF2-40B4-BE49-F238E27FC236}">
                  <a16:creationId xmlns:a16="http://schemas.microsoft.com/office/drawing/2014/main" id="{D9F2FB98-F443-498F-AAD9-6945825681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4" name="Freeform 19">
              <a:extLst>
                <a:ext uri="{FF2B5EF4-FFF2-40B4-BE49-F238E27FC236}">
                  <a16:creationId xmlns:a16="http://schemas.microsoft.com/office/drawing/2014/main" id="{75DBF6EC-ED50-43E4-8A8B-64CE86A88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5" name="Freeform 20">
              <a:extLst>
                <a:ext uri="{FF2B5EF4-FFF2-40B4-BE49-F238E27FC236}">
                  <a16:creationId xmlns:a16="http://schemas.microsoft.com/office/drawing/2014/main" id="{FD854F40-AC43-4F21-9C62-2CE35CFD2B1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6" name="Freeform 21">
              <a:extLst>
                <a:ext uri="{FF2B5EF4-FFF2-40B4-BE49-F238E27FC236}">
                  <a16:creationId xmlns:a16="http://schemas.microsoft.com/office/drawing/2014/main" id="{62CCB560-494A-4F74-9DE4-068806A893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7" name="Freeform 22">
              <a:extLst>
                <a:ext uri="{FF2B5EF4-FFF2-40B4-BE49-F238E27FC236}">
                  <a16:creationId xmlns:a16="http://schemas.microsoft.com/office/drawing/2014/main" id="{6F9A05F2-B5D2-4D8A-9A78-14E45C13FE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8" name="Freeform 23">
              <a:extLst>
                <a:ext uri="{FF2B5EF4-FFF2-40B4-BE49-F238E27FC236}">
                  <a16:creationId xmlns:a16="http://schemas.microsoft.com/office/drawing/2014/main" id="{A6373189-19BB-4BEC-84A3-432253E058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29" name="Freeform 24">
              <a:extLst>
                <a:ext uri="{FF2B5EF4-FFF2-40B4-BE49-F238E27FC236}">
                  <a16:creationId xmlns:a16="http://schemas.microsoft.com/office/drawing/2014/main" id="{71AB3122-947A-44DB-B190-A2601C6C95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0" name="Freeform 25">
              <a:extLst>
                <a:ext uri="{FF2B5EF4-FFF2-40B4-BE49-F238E27FC236}">
                  <a16:creationId xmlns:a16="http://schemas.microsoft.com/office/drawing/2014/main" id="{74B4109D-3AFC-4D44-87B1-0CDED3E63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1" name="Freeform 26">
              <a:extLst>
                <a:ext uri="{FF2B5EF4-FFF2-40B4-BE49-F238E27FC236}">
                  <a16:creationId xmlns:a16="http://schemas.microsoft.com/office/drawing/2014/main" id="{44AAD39F-F7C9-4D00-95E0-0465B4E8588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2" name="Freeform 27">
              <a:extLst>
                <a:ext uri="{FF2B5EF4-FFF2-40B4-BE49-F238E27FC236}">
                  <a16:creationId xmlns:a16="http://schemas.microsoft.com/office/drawing/2014/main" id="{C1DCAB8D-6EF6-4A84-8D0C-AA9226DEC9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3" name="Freeform 28">
              <a:extLst>
                <a:ext uri="{FF2B5EF4-FFF2-40B4-BE49-F238E27FC236}">
                  <a16:creationId xmlns:a16="http://schemas.microsoft.com/office/drawing/2014/main" id="{C407F97F-83CF-4703-B9E0-6335530E32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4" name="Freeform 29">
              <a:extLst>
                <a:ext uri="{FF2B5EF4-FFF2-40B4-BE49-F238E27FC236}">
                  <a16:creationId xmlns:a16="http://schemas.microsoft.com/office/drawing/2014/main" id="{0D8D2363-5D84-4CFF-89AA-3C93C859DB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5" name="Freeform 30">
              <a:extLst>
                <a:ext uri="{FF2B5EF4-FFF2-40B4-BE49-F238E27FC236}">
                  <a16:creationId xmlns:a16="http://schemas.microsoft.com/office/drawing/2014/main" id="{0435A35C-AC99-4E12-8CB0-9C640DAA945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6" name="Freeform 31">
              <a:extLst>
                <a:ext uri="{FF2B5EF4-FFF2-40B4-BE49-F238E27FC236}">
                  <a16:creationId xmlns:a16="http://schemas.microsoft.com/office/drawing/2014/main" id="{F20392CF-2256-4527-836B-2E6F88596E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7" name="Freeform 32">
              <a:extLst>
                <a:ext uri="{FF2B5EF4-FFF2-40B4-BE49-F238E27FC236}">
                  <a16:creationId xmlns:a16="http://schemas.microsoft.com/office/drawing/2014/main" id="{C52C3AD3-122C-4010-9C55-B0247F8CCA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38" name="Rectangle 33">
              <a:extLst>
                <a:ext uri="{FF2B5EF4-FFF2-40B4-BE49-F238E27FC236}">
                  <a16:creationId xmlns:a16="http://schemas.microsoft.com/office/drawing/2014/main" id="{EFCB53ED-09C0-4AD7-9BBC-366833D5FE0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39" name="Freeform 34">
              <a:extLst>
                <a:ext uri="{FF2B5EF4-FFF2-40B4-BE49-F238E27FC236}">
                  <a16:creationId xmlns:a16="http://schemas.microsoft.com/office/drawing/2014/main" id="{6F309F52-BFCF-47D9-8089-BC049540DB4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0" name="Freeform 35">
              <a:extLst>
                <a:ext uri="{FF2B5EF4-FFF2-40B4-BE49-F238E27FC236}">
                  <a16:creationId xmlns:a16="http://schemas.microsoft.com/office/drawing/2014/main" id="{5F9AE85F-C7AA-4761-B468-2E100829BC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1" name="Freeform 36">
              <a:extLst>
                <a:ext uri="{FF2B5EF4-FFF2-40B4-BE49-F238E27FC236}">
                  <a16:creationId xmlns:a16="http://schemas.microsoft.com/office/drawing/2014/main" id="{2C81C778-91E5-4AE9-AACB-8566E7A28B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2" name="Freeform 37">
              <a:extLst>
                <a:ext uri="{FF2B5EF4-FFF2-40B4-BE49-F238E27FC236}">
                  <a16:creationId xmlns:a16="http://schemas.microsoft.com/office/drawing/2014/main" id="{6C56E0B4-58A0-4B2B-BD56-54121BB8DB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3" name="Freeform 38">
              <a:extLst>
                <a:ext uri="{FF2B5EF4-FFF2-40B4-BE49-F238E27FC236}">
                  <a16:creationId xmlns:a16="http://schemas.microsoft.com/office/drawing/2014/main" id="{88A29CFE-13A6-4509-946F-5C074F856E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4" name="Freeform 39">
              <a:extLst>
                <a:ext uri="{FF2B5EF4-FFF2-40B4-BE49-F238E27FC236}">
                  <a16:creationId xmlns:a16="http://schemas.microsoft.com/office/drawing/2014/main" id="{00235A0A-018B-4499-AC16-AF83457BF4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5" name="Freeform 40">
              <a:extLst>
                <a:ext uri="{FF2B5EF4-FFF2-40B4-BE49-F238E27FC236}">
                  <a16:creationId xmlns:a16="http://schemas.microsoft.com/office/drawing/2014/main" id="{861DF9B7-50DC-4EBE-8B23-97FE92DBBB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6" name="Freeform 41">
              <a:extLst>
                <a:ext uri="{FF2B5EF4-FFF2-40B4-BE49-F238E27FC236}">
                  <a16:creationId xmlns:a16="http://schemas.microsoft.com/office/drawing/2014/main" id="{69673907-73D7-4729-A911-9BD078EC2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7" name="Freeform 42">
              <a:extLst>
                <a:ext uri="{FF2B5EF4-FFF2-40B4-BE49-F238E27FC236}">
                  <a16:creationId xmlns:a16="http://schemas.microsoft.com/office/drawing/2014/main" id="{4DC844D3-8053-4EE7-A286-50157B6FD8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8" name="Freeform 43">
              <a:extLst>
                <a:ext uri="{FF2B5EF4-FFF2-40B4-BE49-F238E27FC236}">
                  <a16:creationId xmlns:a16="http://schemas.microsoft.com/office/drawing/2014/main" id="{D67575A0-A45A-4773-874C-16370E3670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49" name="Freeform 44">
              <a:extLst>
                <a:ext uri="{FF2B5EF4-FFF2-40B4-BE49-F238E27FC236}">
                  <a16:creationId xmlns:a16="http://schemas.microsoft.com/office/drawing/2014/main" id="{4327252B-B62B-4DE0-A924-B7F6E40AD96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0" name="Rectangle 45">
              <a:extLst>
                <a:ext uri="{FF2B5EF4-FFF2-40B4-BE49-F238E27FC236}">
                  <a16:creationId xmlns:a16="http://schemas.microsoft.com/office/drawing/2014/main" id="{778BC6A7-AC19-497B-A7C6-E447B2EBDA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n-US"/>
            </a:p>
          </p:txBody>
        </p:sp>
        <p:sp>
          <p:nvSpPr>
            <p:cNvPr id="51" name="Freeform 46">
              <a:extLst>
                <a:ext uri="{FF2B5EF4-FFF2-40B4-BE49-F238E27FC236}">
                  <a16:creationId xmlns:a16="http://schemas.microsoft.com/office/drawing/2014/main" id="{4E79A87B-BF1F-437A-9FED-BE93025E50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2" name="Freeform 47">
              <a:extLst>
                <a:ext uri="{FF2B5EF4-FFF2-40B4-BE49-F238E27FC236}">
                  <a16:creationId xmlns:a16="http://schemas.microsoft.com/office/drawing/2014/main" id="{DFAAF3CC-B4E0-45C8-AC2D-EF0D6D823D1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3" name="Freeform 48">
              <a:extLst>
                <a:ext uri="{FF2B5EF4-FFF2-40B4-BE49-F238E27FC236}">
                  <a16:creationId xmlns:a16="http://schemas.microsoft.com/office/drawing/2014/main" id="{A5A12C87-1E4A-4664-B2F4-A1C8B656F9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4" name="Freeform 49">
              <a:extLst>
                <a:ext uri="{FF2B5EF4-FFF2-40B4-BE49-F238E27FC236}">
                  <a16:creationId xmlns:a16="http://schemas.microsoft.com/office/drawing/2014/main" id="{B3AF8230-4630-4505-ADDB-16A9B6B3772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5" name="Freeform 50">
              <a:extLst>
                <a:ext uri="{FF2B5EF4-FFF2-40B4-BE49-F238E27FC236}">
                  <a16:creationId xmlns:a16="http://schemas.microsoft.com/office/drawing/2014/main" id="{33F93F6D-724D-42F3-AF1D-3081EAB5D1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6" name="Freeform 51">
              <a:extLst>
                <a:ext uri="{FF2B5EF4-FFF2-40B4-BE49-F238E27FC236}">
                  <a16:creationId xmlns:a16="http://schemas.microsoft.com/office/drawing/2014/main" id="{F5DD7A8F-FB67-4E79-80DB-0FAF3A098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7" name="Freeform 52">
              <a:extLst>
                <a:ext uri="{FF2B5EF4-FFF2-40B4-BE49-F238E27FC236}">
                  <a16:creationId xmlns:a16="http://schemas.microsoft.com/office/drawing/2014/main" id="{7B140A84-E89E-4A80-9DF8-7BCA45F90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8" name="Freeform 53">
              <a:extLst>
                <a:ext uri="{FF2B5EF4-FFF2-40B4-BE49-F238E27FC236}">
                  <a16:creationId xmlns:a16="http://schemas.microsoft.com/office/drawing/2014/main" id="{279E1D6A-EFE2-44C6-A5BF-DFADF0DC91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59" name="Freeform 54">
              <a:extLst>
                <a:ext uri="{FF2B5EF4-FFF2-40B4-BE49-F238E27FC236}">
                  <a16:creationId xmlns:a16="http://schemas.microsoft.com/office/drawing/2014/main" id="{C9FA2204-561F-4ABB-988C-03053820F1D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0" name="Freeform 55">
              <a:extLst>
                <a:ext uri="{FF2B5EF4-FFF2-40B4-BE49-F238E27FC236}">
                  <a16:creationId xmlns:a16="http://schemas.microsoft.com/office/drawing/2014/main" id="{8BD7D04E-AC0A-424F-BC40-28842DAFFA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1" name="Freeform 56">
              <a:extLst>
                <a:ext uri="{FF2B5EF4-FFF2-40B4-BE49-F238E27FC236}">
                  <a16:creationId xmlns:a16="http://schemas.microsoft.com/office/drawing/2014/main" id="{32B616A2-FE09-47DD-B58C-12EE58B7CA5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2" name="Freeform 57">
              <a:extLst>
                <a:ext uri="{FF2B5EF4-FFF2-40B4-BE49-F238E27FC236}">
                  <a16:creationId xmlns:a16="http://schemas.microsoft.com/office/drawing/2014/main" id="{08C5EAF5-6064-484E-BA05-80D09D84EA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sp>
          <p:nvSpPr>
            <p:cNvPr id="63" name="Freeform 58">
              <a:extLst>
                <a:ext uri="{FF2B5EF4-FFF2-40B4-BE49-F238E27FC236}">
                  <a16:creationId xmlns:a16="http://schemas.microsoft.com/office/drawing/2014/main" id="{F11D90DF-D275-4725-884C-77E5E01D89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US"/>
            </a:p>
          </p:txBody>
        </p:sp>
      </p:grpSp>
      <p:grpSp>
        <p:nvGrpSpPr>
          <p:cNvPr id="65" name="Group 64">
            <a:extLst>
              <a:ext uri="{FF2B5EF4-FFF2-40B4-BE49-F238E27FC236}">
                <a16:creationId xmlns:a16="http://schemas.microsoft.com/office/drawing/2014/main" id="{9BE10567-6165-46A7-867D-4690A16B4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66" name="Rectangle 65">
              <a:extLst>
                <a:ext uri="{FF2B5EF4-FFF2-40B4-BE49-F238E27FC236}">
                  <a16:creationId xmlns:a16="http://schemas.microsoft.com/office/drawing/2014/main" id="{0F4DB1F4-429C-4C85-85D7-C4D81996D3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7" name="Picture 2">
              <a:extLst>
                <a:ext uri="{FF2B5EF4-FFF2-40B4-BE49-F238E27FC236}">
                  <a16:creationId xmlns:a16="http://schemas.microsoft.com/office/drawing/2014/main" id="{159C0DA6-71D9-4C96-A774-7FADF5E0A4C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sp>
        <p:nvSpPr>
          <p:cNvPr id="69" name="Round Diagonal Corner Rectangle 7">
            <a:extLst>
              <a:ext uri="{FF2B5EF4-FFF2-40B4-BE49-F238E27FC236}">
                <a16:creationId xmlns:a16="http://schemas.microsoft.com/office/drawing/2014/main" id="{4B24F6DB-F114-44A7-BB56-D401884E4E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82333" y="2235200"/>
            <a:ext cx="7027334" cy="2396067"/>
          </a:xfrm>
          <a:prstGeom prst="round2DiagRect">
            <a:avLst>
              <a:gd name="adj1" fmla="val 9246"/>
              <a:gd name="adj2" fmla="val 0"/>
            </a:avLst>
          </a:prstGeom>
          <a:solidFill>
            <a:srgbClr val="000000">
              <a:alpha val="80000"/>
            </a:srgb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71" name="Group 70">
            <a:extLst>
              <a:ext uri="{FF2B5EF4-FFF2-40B4-BE49-F238E27FC236}">
                <a16:creationId xmlns:a16="http://schemas.microsoft.com/office/drawing/2014/main" id="{4DB50ECD-225E-4F81-AF7B-706DD05F3B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5895" y="2900097"/>
            <a:ext cx="10982062" cy="1211524"/>
            <a:chOff x="605895" y="2900097"/>
            <a:chExt cx="10982062" cy="1211524"/>
          </a:xfrm>
          <a:effectLst/>
        </p:grpSpPr>
        <p:sp>
          <p:nvSpPr>
            <p:cNvPr id="72" name="Freeform 32">
              <a:extLst>
                <a:ext uri="{FF2B5EF4-FFF2-40B4-BE49-F238E27FC236}">
                  <a16:creationId xmlns:a16="http://schemas.microsoft.com/office/drawing/2014/main" id="{CBC3B006-1357-4969-BC3D-CDD91E492B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9653587" y="33797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73" name="Freeform 33">
              <a:extLst>
                <a:ext uri="{FF2B5EF4-FFF2-40B4-BE49-F238E27FC236}">
                  <a16:creationId xmlns:a16="http://schemas.microsoft.com/office/drawing/2014/main" id="{0D6E4F1D-B331-41B5-90EF-2236C1EE155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0078244" y="33107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74" name="Freeform 34">
              <a:extLst>
                <a:ext uri="{FF2B5EF4-FFF2-40B4-BE49-F238E27FC236}">
                  <a16:creationId xmlns:a16="http://schemas.microsoft.com/office/drawing/2014/main" id="{54A60014-21DF-44E5-9137-4335718850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1146631" y="35742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75" name="Freeform 37">
              <a:extLst>
                <a:ext uri="{FF2B5EF4-FFF2-40B4-BE49-F238E27FC236}">
                  <a16:creationId xmlns:a16="http://schemas.microsoft.com/office/drawing/2014/main" id="{40B768C0-B003-45F4-9A06-EA3509A90B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10230644" y="30345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76" name="Freeform 35">
              <a:extLst>
                <a:ext uri="{FF2B5EF4-FFF2-40B4-BE49-F238E27FC236}">
                  <a16:creationId xmlns:a16="http://schemas.microsoft.com/office/drawing/2014/main" id="{5E479182-2054-4AD9-823D-81CFAD7F2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034587" y="25627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77" name="Freeform 36">
              <a:extLst>
                <a:ext uri="{FF2B5EF4-FFF2-40B4-BE49-F238E27FC236}">
                  <a16:creationId xmlns:a16="http://schemas.microsoft.com/office/drawing/2014/main" id="{A7D912CF-756A-41F1-8BF1-5BA7D1BD05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0747375" y="32326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78" name="Freeform 38">
              <a:extLst>
                <a:ext uri="{FF2B5EF4-FFF2-40B4-BE49-F238E27FC236}">
                  <a16:creationId xmlns:a16="http://schemas.microsoft.com/office/drawing/2014/main" id="{734B6F35-2160-44B1-AB00-F628C84B14F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1399044" y="30953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79" name="Freeform 39">
              <a:extLst>
                <a:ext uri="{FF2B5EF4-FFF2-40B4-BE49-F238E27FC236}">
                  <a16:creationId xmlns:a16="http://schemas.microsoft.com/office/drawing/2014/main" id="{D8657E76-4F63-44FE-86C5-54CA174FC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353675" y="21531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0" name="Freeform 40">
              <a:extLst>
                <a:ext uri="{FF2B5EF4-FFF2-40B4-BE49-F238E27FC236}">
                  <a16:creationId xmlns:a16="http://schemas.microsoft.com/office/drawing/2014/main" id="{482CEB8C-90E5-4152-8B52-A2881B98A3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9848850" y="33088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1" name="Rectangle 41">
              <a:extLst>
                <a:ext uri="{FF2B5EF4-FFF2-40B4-BE49-F238E27FC236}">
                  <a16:creationId xmlns:a16="http://schemas.microsoft.com/office/drawing/2014/main" id="{85010FC2-BC4C-4692-876D-7FE363BFC6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5400000">
              <a:off x="9721056" y="32842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2" name="Freeform 32">
              <a:extLst>
                <a:ext uri="{FF2B5EF4-FFF2-40B4-BE49-F238E27FC236}">
                  <a16:creationId xmlns:a16="http://schemas.microsoft.com/office/drawing/2014/main" id="{714C1223-2B78-4715-9ACB-079A60D16D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2122751" y="35321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3" name="Freeform 33">
              <a:extLst>
                <a:ext uri="{FF2B5EF4-FFF2-40B4-BE49-F238E27FC236}">
                  <a16:creationId xmlns:a16="http://schemas.microsoft.com/office/drawing/2014/main" id="{1D9109D3-C92A-410B-9B43-5F02B2D84EE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1958445" y="34631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4" name="Freeform 34">
              <a:extLst>
                <a:ext uri="{FF2B5EF4-FFF2-40B4-BE49-F238E27FC236}">
                  <a16:creationId xmlns:a16="http://schemas.microsoft.com/office/drawing/2014/main" id="{EF5B327A-A1AE-42F3-815E-84F4AA2948C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858308" y="37266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5" name="Freeform 37">
              <a:extLst>
                <a:ext uri="{FF2B5EF4-FFF2-40B4-BE49-F238E27FC236}">
                  <a16:creationId xmlns:a16="http://schemas.microsoft.com/office/drawing/2014/main" id="{77738BDE-751F-4D4C-B4C4-C9DF3EA291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1658407" y="31869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6" name="Freeform 35">
              <a:extLst>
                <a:ext uri="{FF2B5EF4-FFF2-40B4-BE49-F238E27FC236}">
                  <a16:creationId xmlns:a16="http://schemas.microsoft.com/office/drawing/2014/main" id="{9C8C4AD6-72BF-490C-963C-97C7FD7E7E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860814" y="27151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7" name="Freeform 36">
              <a:extLst>
                <a:ext uri="{FF2B5EF4-FFF2-40B4-BE49-F238E27FC236}">
                  <a16:creationId xmlns:a16="http://schemas.microsoft.com/office/drawing/2014/main" id="{94990E31-5AA8-4502-A963-CE1B539DAC4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1289314" y="33850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8" name="Freeform 38">
              <a:extLst>
                <a:ext uri="{FF2B5EF4-FFF2-40B4-BE49-F238E27FC236}">
                  <a16:creationId xmlns:a16="http://schemas.microsoft.com/office/drawing/2014/main" id="{9E703E9D-ED76-449C-A8C0-7A1E24B8B2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605895" y="32477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9" name="Freeform 39">
              <a:extLst>
                <a:ext uri="{FF2B5EF4-FFF2-40B4-BE49-F238E27FC236}">
                  <a16:creationId xmlns:a16="http://schemas.microsoft.com/office/drawing/2014/main" id="{C70A75E8-C815-4CCF-ABEE-83F19BFE05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532202" y="23055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90" name="Freeform 40">
              <a:extLst>
                <a:ext uri="{FF2B5EF4-FFF2-40B4-BE49-F238E27FC236}">
                  <a16:creationId xmlns:a16="http://schemas.microsoft.com/office/drawing/2014/main" id="{E15638E1-6A92-4D31-A034-853A65A754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2154501" y="34612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91" name="Rectangle 41">
              <a:extLst>
                <a:ext uri="{FF2B5EF4-FFF2-40B4-BE49-F238E27FC236}">
                  <a16:creationId xmlns:a16="http://schemas.microsoft.com/office/drawing/2014/main" id="{EA3E8D58-D52B-4300-8A50-5696430D1A6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16200000" flipH="1">
              <a:off x="2448983" y="34366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grpSp>
      <p:sp>
        <p:nvSpPr>
          <p:cNvPr id="2" name="Title 1">
            <a:extLst>
              <a:ext uri="{FF2B5EF4-FFF2-40B4-BE49-F238E27FC236}">
                <a16:creationId xmlns:a16="http://schemas.microsoft.com/office/drawing/2014/main" id="{16FBDAA8-167A-353C-84CD-0C39AB2D6B59}"/>
              </a:ext>
            </a:extLst>
          </p:cNvPr>
          <p:cNvSpPr>
            <a:spLocks noGrp="1"/>
          </p:cNvSpPr>
          <p:nvPr>
            <p:ph type="title"/>
          </p:nvPr>
        </p:nvSpPr>
        <p:spPr>
          <a:xfrm>
            <a:off x="2667000" y="2328334"/>
            <a:ext cx="6858000" cy="1367896"/>
          </a:xfrm>
        </p:spPr>
        <p:txBody>
          <a:bodyPr vert="horz" lIns="91440" tIns="45720" rIns="91440" bIns="45720" rtlCol="0" anchor="b">
            <a:normAutofit/>
          </a:bodyPr>
          <a:lstStyle/>
          <a:p>
            <a:pPr algn="ctr"/>
            <a:r>
              <a:rPr lang="en-US" sz="4800">
                <a:solidFill>
                  <a:srgbClr val="FFFFFF"/>
                </a:solidFill>
              </a:rPr>
              <a:t>Thank you </a:t>
            </a:r>
          </a:p>
        </p:txBody>
      </p:sp>
    </p:spTree>
    <p:extLst>
      <p:ext uri="{BB962C8B-B14F-4D97-AF65-F5344CB8AC3E}">
        <p14:creationId xmlns:p14="http://schemas.microsoft.com/office/powerpoint/2010/main" val="32400672"/>
      </p:ext>
    </p:extLst>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634</TotalTime>
  <Words>390</Words>
  <Application>Microsoft Office PowerPoint</Application>
  <PresentationFormat>Widescreen</PresentationFormat>
  <Paragraphs>31</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Abadi</vt:lpstr>
      <vt:lpstr>Arial</vt:lpstr>
      <vt:lpstr>Tw Cen MT</vt:lpstr>
      <vt:lpstr>Circuit</vt:lpstr>
      <vt:lpstr>GUI Library system</vt:lpstr>
      <vt:lpstr>Project  discerption </vt:lpstr>
      <vt:lpstr>This program will solve :  1. Sorting Algorithm : used to arrange books alphabetically by title or author, enabling efficient browsing for patrons.  2. Book Recommendation Algorithm : suggests books to patrons based on their interests and borrowing history, enhancing their library experience.</vt:lpstr>
      <vt:lpstr>IMPLEMENT CLASSES FOR THE FOLLOWING ENTITIES</vt:lpstr>
      <vt:lpstr>PowerPoint Presentation</vt:lpstr>
      <vt:lpstr>Main class</vt:lpstr>
      <vt:lpstr>Some OF GUI FRAME Desain</vt:lpstr>
      <vt:lpstr>Login functionality : When the user clicks on login, it takes the two values from the user and executes the query that verifies the admin name and password in the database.</vt:lpstr>
      <vt:lpstr>PowerPoint Presentation</vt:lpstr>
      <vt:lpstr>PowerPoint Presentation</vt:lpstr>
      <vt:lpstr>Database TABLES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 Library system</dc:title>
  <dc:creator>MohammedAli Abdallah Al Rabiei-SOHAR</dc:creator>
  <cp:lastModifiedBy>MohammedAli Abdallah Al Rabiei-SOHAR</cp:lastModifiedBy>
  <cp:revision>7</cp:revision>
  <dcterms:created xsi:type="dcterms:W3CDTF">2024-04-30T16:38:51Z</dcterms:created>
  <dcterms:modified xsi:type="dcterms:W3CDTF">2024-05-03T00:20:03Z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2024-04-30T19:25:52Z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dc2b733b-a224-4576-9839-d0ca720b0032</vt:lpwstr>
  </property>
  <property fmtid="{D5CDD505-2E9C-101B-9397-08002B2CF9AE}" pid="7" name="MSIP_Label_defa4170-0d19-0005-0004-bc88714345d2_ActionId">
    <vt:lpwstr>2a7390ac-33f7-464f-aefa-033c37270c80</vt:lpwstr>
  </property>
  <property fmtid="{D5CDD505-2E9C-101B-9397-08002B2CF9AE}" pid="8" name="MSIP_Label_defa4170-0d19-0005-0004-bc88714345d2_ContentBits">
    <vt:lpwstr>0</vt:lpwstr>
  </property>
</Properties>
</file>